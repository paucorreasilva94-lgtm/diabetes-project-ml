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Cairo"/>
      <p:regular r:id="rId23"/>
      <p:bold r:id="rId24"/>
    </p:embeddedFont>
    <p:embeddedFont>
      <p:font typeface="Bunge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airo-bold.fntdata"/><Relationship Id="rId23" Type="http://schemas.openxmlformats.org/officeDocument/2006/relationships/font" Target="fonts/Cair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Bunge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96dd1d4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96dd1d4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21811a5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e21811a5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20edf5c7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e20edf5c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20edf5c7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e20edf5c7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e20edf5c7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e20edf5c7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20edf5c7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e20edf5c7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20edf5c7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e20edf5c7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e20edf5c7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e20edf5c7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5bb8033a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5bb8033a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20edf5c7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e20edf5c7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1596dd1d4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1596dd1d4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e20edf5c77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e20edf5c77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5bb8033a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5bb8033a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e21811a5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e21811a5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e21811a57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e21811a57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e21811a57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e21811a57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5bb8033a5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5bb8033a5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082200" y="1182838"/>
            <a:ext cx="5341800" cy="22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82200" y="3492363"/>
            <a:ext cx="53418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2875146" y="249800"/>
            <a:ext cx="207053" cy="207082"/>
          </a:xfrm>
          <a:custGeom>
            <a:rect b="b" l="l" r="r" t="t"/>
            <a:pathLst>
              <a:path extrusionOk="0" h="7240" w="7239">
                <a:moveTo>
                  <a:pt x="2869" y="1"/>
                </a:moveTo>
                <a:cubicBezTo>
                  <a:pt x="2536" y="1"/>
                  <a:pt x="2436" y="134"/>
                  <a:pt x="2436" y="435"/>
                </a:cubicBezTo>
                <a:lnTo>
                  <a:pt x="2436" y="2469"/>
                </a:lnTo>
                <a:lnTo>
                  <a:pt x="434" y="2469"/>
                </a:lnTo>
                <a:cubicBezTo>
                  <a:pt x="134" y="2469"/>
                  <a:pt x="0" y="2603"/>
                  <a:pt x="0" y="2903"/>
                </a:cubicBezTo>
                <a:lnTo>
                  <a:pt x="0" y="4304"/>
                </a:lnTo>
                <a:cubicBezTo>
                  <a:pt x="0" y="4638"/>
                  <a:pt x="134" y="4738"/>
                  <a:pt x="434" y="4738"/>
                </a:cubicBezTo>
                <a:lnTo>
                  <a:pt x="2436" y="4738"/>
                </a:lnTo>
                <a:lnTo>
                  <a:pt x="2436" y="6806"/>
                </a:lnTo>
                <a:cubicBezTo>
                  <a:pt x="2436" y="7106"/>
                  <a:pt x="2536" y="7239"/>
                  <a:pt x="2869" y="7239"/>
                </a:cubicBezTo>
                <a:lnTo>
                  <a:pt x="4370" y="7239"/>
                </a:lnTo>
                <a:cubicBezTo>
                  <a:pt x="4704" y="7239"/>
                  <a:pt x="4804" y="7106"/>
                  <a:pt x="4804" y="6806"/>
                </a:cubicBezTo>
                <a:lnTo>
                  <a:pt x="4804" y="4738"/>
                </a:lnTo>
                <a:lnTo>
                  <a:pt x="6805" y="4738"/>
                </a:lnTo>
                <a:cubicBezTo>
                  <a:pt x="7106" y="4738"/>
                  <a:pt x="7239" y="4604"/>
                  <a:pt x="7239" y="4304"/>
                </a:cubicBezTo>
                <a:lnTo>
                  <a:pt x="7239" y="2903"/>
                </a:lnTo>
                <a:cubicBezTo>
                  <a:pt x="7239" y="2603"/>
                  <a:pt x="7106" y="2469"/>
                  <a:pt x="6805" y="2469"/>
                </a:cubicBezTo>
                <a:lnTo>
                  <a:pt x="4804" y="2469"/>
                </a:lnTo>
                <a:lnTo>
                  <a:pt x="4804" y="435"/>
                </a:lnTo>
                <a:cubicBezTo>
                  <a:pt x="4804" y="134"/>
                  <a:pt x="4670" y="1"/>
                  <a:pt x="4370" y="1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74175" y="3198689"/>
            <a:ext cx="230146" cy="230178"/>
          </a:xfrm>
          <a:custGeom>
            <a:rect b="b" l="l" r="r" t="t"/>
            <a:pathLst>
              <a:path extrusionOk="0" h="7240" w="7239">
                <a:moveTo>
                  <a:pt x="2869" y="1"/>
                </a:moveTo>
                <a:cubicBezTo>
                  <a:pt x="2536" y="1"/>
                  <a:pt x="2436" y="134"/>
                  <a:pt x="2436" y="435"/>
                </a:cubicBezTo>
                <a:lnTo>
                  <a:pt x="2436" y="2469"/>
                </a:lnTo>
                <a:lnTo>
                  <a:pt x="434" y="2469"/>
                </a:lnTo>
                <a:cubicBezTo>
                  <a:pt x="134" y="2469"/>
                  <a:pt x="0" y="2603"/>
                  <a:pt x="0" y="2903"/>
                </a:cubicBezTo>
                <a:lnTo>
                  <a:pt x="0" y="4304"/>
                </a:lnTo>
                <a:cubicBezTo>
                  <a:pt x="0" y="4638"/>
                  <a:pt x="134" y="4738"/>
                  <a:pt x="434" y="4738"/>
                </a:cubicBezTo>
                <a:lnTo>
                  <a:pt x="2436" y="4738"/>
                </a:lnTo>
                <a:lnTo>
                  <a:pt x="2436" y="6806"/>
                </a:lnTo>
                <a:cubicBezTo>
                  <a:pt x="2436" y="7106"/>
                  <a:pt x="2536" y="7239"/>
                  <a:pt x="2869" y="7239"/>
                </a:cubicBezTo>
                <a:lnTo>
                  <a:pt x="4370" y="7239"/>
                </a:lnTo>
                <a:cubicBezTo>
                  <a:pt x="4704" y="7239"/>
                  <a:pt x="4804" y="7106"/>
                  <a:pt x="4804" y="6806"/>
                </a:cubicBezTo>
                <a:lnTo>
                  <a:pt x="4804" y="4738"/>
                </a:lnTo>
                <a:lnTo>
                  <a:pt x="6805" y="4738"/>
                </a:lnTo>
                <a:cubicBezTo>
                  <a:pt x="7106" y="4738"/>
                  <a:pt x="7239" y="4604"/>
                  <a:pt x="7239" y="4304"/>
                </a:cubicBezTo>
                <a:lnTo>
                  <a:pt x="7239" y="2903"/>
                </a:lnTo>
                <a:cubicBezTo>
                  <a:pt x="7239" y="2603"/>
                  <a:pt x="7106" y="2469"/>
                  <a:pt x="6805" y="2469"/>
                </a:cubicBezTo>
                <a:lnTo>
                  <a:pt x="4804" y="2469"/>
                </a:lnTo>
                <a:lnTo>
                  <a:pt x="4804" y="435"/>
                </a:lnTo>
                <a:cubicBezTo>
                  <a:pt x="4804" y="134"/>
                  <a:pt x="4670" y="1"/>
                  <a:pt x="4370" y="1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305726" y="60118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550824" y="4179028"/>
            <a:ext cx="231227" cy="230146"/>
          </a:xfrm>
          <a:custGeom>
            <a:rect b="b" l="l" r="r" t="t"/>
            <a:pathLst>
              <a:path extrusionOk="0" h="7239" w="7273">
                <a:moveTo>
                  <a:pt x="2902" y="0"/>
                </a:moveTo>
                <a:cubicBezTo>
                  <a:pt x="2569" y="0"/>
                  <a:pt x="2469" y="134"/>
                  <a:pt x="2469" y="434"/>
                </a:cubicBezTo>
                <a:lnTo>
                  <a:pt x="2469" y="2502"/>
                </a:lnTo>
                <a:lnTo>
                  <a:pt x="434" y="2502"/>
                </a:lnTo>
                <a:cubicBezTo>
                  <a:pt x="134" y="2502"/>
                  <a:pt x="0" y="2636"/>
                  <a:pt x="0" y="2936"/>
                </a:cubicBezTo>
                <a:lnTo>
                  <a:pt x="0" y="4303"/>
                </a:lnTo>
                <a:cubicBezTo>
                  <a:pt x="0" y="4637"/>
                  <a:pt x="134" y="4770"/>
                  <a:pt x="434" y="4770"/>
                </a:cubicBezTo>
                <a:lnTo>
                  <a:pt x="2435" y="4770"/>
                </a:lnTo>
                <a:lnTo>
                  <a:pt x="2435" y="6805"/>
                </a:lnTo>
                <a:cubicBezTo>
                  <a:pt x="2435" y="7106"/>
                  <a:pt x="2569" y="7239"/>
                  <a:pt x="2869" y="7239"/>
                </a:cubicBezTo>
                <a:lnTo>
                  <a:pt x="4404" y="7239"/>
                </a:lnTo>
                <a:cubicBezTo>
                  <a:pt x="4704" y="7239"/>
                  <a:pt x="4837" y="7106"/>
                  <a:pt x="4837" y="6805"/>
                </a:cubicBezTo>
                <a:lnTo>
                  <a:pt x="4837" y="4770"/>
                </a:lnTo>
                <a:lnTo>
                  <a:pt x="6839" y="4770"/>
                </a:lnTo>
                <a:cubicBezTo>
                  <a:pt x="7139" y="4770"/>
                  <a:pt x="7272" y="4637"/>
                  <a:pt x="7272" y="4303"/>
                </a:cubicBezTo>
                <a:lnTo>
                  <a:pt x="7272" y="2936"/>
                </a:lnTo>
                <a:cubicBezTo>
                  <a:pt x="7272" y="2602"/>
                  <a:pt x="7139" y="2502"/>
                  <a:pt x="6839" y="2502"/>
                </a:cubicBezTo>
                <a:lnTo>
                  <a:pt x="4837" y="2502"/>
                </a:lnTo>
                <a:lnTo>
                  <a:pt x="4837" y="434"/>
                </a:lnTo>
                <a:cubicBezTo>
                  <a:pt x="4837" y="134"/>
                  <a:pt x="4704" y="0"/>
                  <a:pt x="4404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 rot="-6220424">
            <a:off x="191876" y="474628"/>
            <a:ext cx="602495" cy="353003"/>
            <a:chOff x="-1131628" y="1250953"/>
            <a:chExt cx="695437" cy="407447"/>
          </a:xfrm>
        </p:grpSpPr>
        <p:sp>
          <p:nvSpPr>
            <p:cNvPr id="16" name="Google Shape;16;p2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540000"/>
            <a:ext cx="7704000" cy="1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0000" y="1654750"/>
            <a:ext cx="7704000" cy="29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/>
          <p:nvPr/>
        </p:nvSpPr>
        <p:spPr>
          <a:xfrm flipH="1" rot="10800000">
            <a:off x="404408" y="4557377"/>
            <a:ext cx="207053" cy="207082"/>
          </a:xfrm>
          <a:custGeom>
            <a:rect b="b" l="l" r="r" t="t"/>
            <a:pathLst>
              <a:path extrusionOk="0" h="7240" w="7239">
                <a:moveTo>
                  <a:pt x="2869" y="1"/>
                </a:moveTo>
                <a:cubicBezTo>
                  <a:pt x="2536" y="1"/>
                  <a:pt x="2436" y="134"/>
                  <a:pt x="2436" y="435"/>
                </a:cubicBezTo>
                <a:lnTo>
                  <a:pt x="2436" y="2469"/>
                </a:lnTo>
                <a:lnTo>
                  <a:pt x="434" y="2469"/>
                </a:lnTo>
                <a:cubicBezTo>
                  <a:pt x="134" y="2469"/>
                  <a:pt x="0" y="2603"/>
                  <a:pt x="0" y="2903"/>
                </a:cubicBezTo>
                <a:lnTo>
                  <a:pt x="0" y="4304"/>
                </a:lnTo>
                <a:cubicBezTo>
                  <a:pt x="0" y="4638"/>
                  <a:pt x="134" y="4738"/>
                  <a:pt x="434" y="4738"/>
                </a:cubicBezTo>
                <a:lnTo>
                  <a:pt x="2436" y="4738"/>
                </a:lnTo>
                <a:lnTo>
                  <a:pt x="2436" y="6806"/>
                </a:lnTo>
                <a:cubicBezTo>
                  <a:pt x="2436" y="7106"/>
                  <a:pt x="2536" y="7239"/>
                  <a:pt x="2869" y="7239"/>
                </a:cubicBezTo>
                <a:lnTo>
                  <a:pt x="4370" y="7239"/>
                </a:lnTo>
                <a:cubicBezTo>
                  <a:pt x="4704" y="7239"/>
                  <a:pt x="4804" y="7106"/>
                  <a:pt x="4804" y="6806"/>
                </a:cubicBezTo>
                <a:lnTo>
                  <a:pt x="4804" y="4738"/>
                </a:lnTo>
                <a:lnTo>
                  <a:pt x="6805" y="4738"/>
                </a:lnTo>
                <a:cubicBezTo>
                  <a:pt x="7106" y="4738"/>
                  <a:pt x="7239" y="4604"/>
                  <a:pt x="7239" y="4304"/>
                </a:cubicBezTo>
                <a:lnTo>
                  <a:pt x="7239" y="2903"/>
                </a:lnTo>
                <a:cubicBezTo>
                  <a:pt x="7239" y="2603"/>
                  <a:pt x="7106" y="2469"/>
                  <a:pt x="6805" y="2469"/>
                </a:cubicBezTo>
                <a:lnTo>
                  <a:pt x="4804" y="2469"/>
                </a:lnTo>
                <a:lnTo>
                  <a:pt x="4804" y="435"/>
                </a:lnTo>
                <a:cubicBezTo>
                  <a:pt x="4804" y="134"/>
                  <a:pt x="4670" y="1"/>
                  <a:pt x="4370" y="1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 flipH="1" rot="-4029500">
            <a:off x="30622" y="3669366"/>
            <a:ext cx="602483" cy="353018"/>
            <a:chOff x="-1131628" y="1250953"/>
            <a:chExt cx="695437" cy="407447"/>
          </a:xfrm>
        </p:grpSpPr>
        <p:sp>
          <p:nvSpPr>
            <p:cNvPr id="26" name="Google Shape;26;p4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" name="Google Shape;29;p4"/>
          <p:cNvSpPr/>
          <p:nvPr/>
        </p:nvSpPr>
        <p:spPr>
          <a:xfrm flipH="1" rot="10800000">
            <a:off x="8629576" y="39241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" name="Google Shape;30;p4"/>
          <p:cNvGrpSpPr/>
          <p:nvPr/>
        </p:nvGrpSpPr>
        <p:grpSpPr>
          <a:xfrm flipH="1" rot="5032634">
            <a:off x="8422887" y="802820"/>
            <a:ext cx="643543" cy="377043"/>
            <a:chOff x="-1131628" y="1250953"/>
            <a:chExt cx="695437" cy="407447"/>
          </a:xfrm>
        </p:grpSpPr>
        <p:sp>
          <p:nvSpPr>
            <p:cNvPr id="31" name="Google Shape;31;p4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4"/>
          <p:cNvSpPr/>
          <p:nvPr/>
        </p:nvSpPr>
        <p:spPr>
          <a:xfrm flipH="1" rot="10800000">
            <a:off x="8629576" y="1903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flipH="1" rot="10800000">
            <a:off x="171376" y="1903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>
            <a:off x="378050" y="2884364"/>
            <a:ext cx="230146" cy="230178"/>
          </a:xfrm>
          <a:custGeom>
            <a:rect b="b" l="l" r="r" t="t"/>
            <a:pathLst>
              <a:path extrusionOk="0" h="7240" w="7239">
                <a:moveTo>
                  <a:pt x="2869" y="1"/>
                </a:moveTo>
                <a:cubicBezTo>
                  <a:pt x="2536" y="1"/>
                  <a:pt x="2436" y="134"/>
                  <a:pt x="2436" y="435"/>
                </a:cubicBezTo>
                <a:lnTo>
                  <a:pt x="2436" y="2469"/>
                </a:lnTo>
                <a:lnTo>
                  <a:pt x="434" y="2469"/>
                </a:lnTo>
                <a:cubicBezTo>
                  <a:pt x="134" y="2469"/>
                  <a:pt x="0" y="2603"/>
                  <a:pt x="0" y="2903"/>
                </a:cubicBezTo>
                <a:lnTo>
                  <a:pt x="0" y="4304"/>
                </a:lnTo>
                <a:cubicBezTo>
                  <a:pt x="0" y="4638"/>
                  <a:pt x="134" y="4738"/>
                  <a:pt x="434" y="4738"/>
                </a:cubicBezTo>
                <a:lnTo>
                  <a:pt x="2436" y="4738"/>
                </a:lnTo>
                <a:lnTo>
                  <a:pt x="2436" y="6806"/>
                </a:lnTo>
                <a:cubicBezTo>
                  <a:pt x="2436" y="7106"/>
                  <a:pt x="2536" y="7239"/>
                  <a:pt x="2869" y="7239"/>
                </a:cubicBezTo>
                <a:lnTo>
                  <a:pt x="4370" y="7239"/>
                </a:lnTo>
                <a:cubicBezTo>
                  <a:pt x="4704" y="7239"/>
                  <a:pt x="4804" y="7106"/>
                  <a:pt x="4804" y="6806"/>
                </a:cubicBezTo>
                <a:lnTo>
                  <a:pt x="4804" y="4738"/>
                </a:lnTo>
                <a:lnTo>
                  <a:pt x="6805" y="4738"/>
                </a:lnTo>
                <a:cubicBezTo>
                  <a:pt x="7106" y="4738"/>
                  <a:pt x="7239" y="4604"/>
                  <a:pt x="7239" y="4304"/>
                </a:cubicBezTo>
                <a:lnTo>
                  <a:pt x="7239" y="2903"/>
                </a:lnTo>
                <a:cubicBezTo>
                  <a:pt x="7239" y="2603"/>
                  <a:pt x="7106" y="2469"/>
                  <a:pt x="6805" y="2469"/>
                </a:cubicBezTo>
                <a:lnTo>
                  <a:pt x="4804" y="2469"/>
                </a:lnTo>
                <a:lnTo>
                  <a:pt x="4804" y="435"/>
                </a:lnTo>
                <a:cubicBezTo>
                  <a:pt x="4804" y="134"/>
                  <a:pt x="4670" y="1"/>
                  <a:pt x="4370" y="1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424001" y="2292159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8589735" y="316675"/>
            <a:ext cx="357775" cy="295791"/>
            <a:chOff x="-783927" y="2108838"/>
            <a:chExt cx="357775" cy="295791"/>
          </a:xfrm>
        </p:grpSpPr>
        <p:sp>
          <p:nvSpPr>
            <p:cNvPr id="45" name="Google Shape;45;p6"/>
            <p:cNvSpPr/>
            <p:nvPr/>
          </p:nvSpPr>
          <p:spPr>
            <a:xfrm>
              <a:off x="-783927" y="2108838"/>
              <a:ext cx="357775" cy="295791"/>
            </a:xfrm>
            <a:custGeom>
              <a:rect b="b" l="l" r="r" t="t"/>
              <a:pathLst>
                <a:path extrusionOk="0" h="8456" w="10228">
                  <a:moveTo>
                    <a:pt x="4674" y="1"/>
                  </a:moveTo>
                  <a:cubicBezTo>
                    <a:pt x="3660" y="1"/>
                    <a:pt x="2642" y="369"/>
                    <a:pt x="1835" y="1113"/>
                  </a:cubicBezTo>
                  <a:cubicBezTo>
                    <a:pt x="134" y="2681"/>
                    <a:pt x="1" y="5316"/>
                    <a:pt x="1568" y="7017"/>
                  </a:cubicBezTo>
                  <a:cubicBezTo>
                    <a:pt x="1735" y="7217"/>
                    <a:pt x="1935" y="7384"/>
                    <a:pt x="2135" y="7518"/>
                  </a:cubicBezTo>
                  <a:cubicBezTo>
                    <a:pt x="2962" y="8173"/>
                    <a:pt x="3852" y="8456"/>
                    <a:pt x="4706" y="8456"/>
                  </a:cubicBezTo>
                  <a:cubicBezTo>
                    <a:pt x="7680" y="8456"/>
                    <a:pt x="10227" y="5030"/>
                    <a:pt x="8206" y="1947"/>
                  </a:cubicBezTo>
                  <a:cubicBezTo>
                    <a:pt x="8073" y="1747"/>
                    <a:pt x="7906" y="1547"/>
                    <a:pt x="7739" y="1346"/>
                  </a:cubicBezTo>
                  <a:cubicBezTo>
                    <a:pt x="6916" y="452"/>
                    <a:pt x="5797" y="1"/>
                    <a:pt x="4674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-745414" y="2137242"/>
              <a:ext cx="248568" cy="234576"/>
            </a:xfrm>
            <a:custGeom>
              <a:rect b="b" l="l" r="r" t="t"/>
              <a:pathLst>
                <a:path extrusionOk="0" h="6706" w="7106">
                  <a:moveTo>
                    <a:pt x="6038" y="1"/>
                  </a:moveTo>
                  <a:lnTo>
                    <a:pt x="0" y="5571"/>
                  </a:lnTo>
                  <a:cubicBezTo>
                    <a:pt x="134" y="5805"/>
                    <a:pt x="301" y="6005"/>
                    <a:pt x="467" y="6205"/>
                  </a:cubicBezTo>
                  <a:cubicBezTo>
                    <a:pt x="634" y="6405"/>
                    <a:pt x="834" y="6572"/>
                    <a:pt x="1034" y="6706"/>
                  </a:cubicBezTo>
                  <a:lnTo>
                    <a:pt x="7105" y="1135"/>
                  </a:lnTo>
                  <a:cubicBezTo>
                    <a:pt x="6972" y="935"/>
                    <a:pt x="6805" y="735"/>
                    <a:pt x="6638" y="534"/>
                  </a:cubicBezTo>
                  <a:cubicBezTo>
                    <a:pt x="6472" y="334"/>
                    <a:pt x="6271" y="167"/>
                    <a:pt x="6038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p6"/>
          <p:cNvGrpSpPr/>
          <p:nvPr/>
        </p:nvGrpSpPr>
        <p:grpSpPr>
          <a:xfrm rot="-6220424">
            <a:off x="191876" y="474628"/>
            <a:ext cx="602495" cy="353003"/>
            <a:chOff x="-1131628" y="1250953"/>
            <a:chExt cx="695437" cy="407447"/>
          </a:xfrm>
        </p:grpSpPr>
        <p:sp>
          <p:nvSpPr>
            <p:cNvPr id="48" name="Google Shape;48;p6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" name="Google Shape;51;p6"/>
          <p:cNvGrpSpPr/>
          <p:nvPr/>
        </p:nvGrpSpPr>
        <p:grpSpPr>
          <a:xfrm rot="9651258">
            <a:off x="294452" y="4475444"/>
            <a:ext cx="643548" cy="377045"/>
            <a:chOff x="-1131628" y="1250953"/>
            <a:chExt cx="695437" cy="407447"/>
          </a:xfrm>
        </p:grpSpPr>
        <p:sp>
          <p:nvSpPr>
            <p:cNvPr id="52" name="Google Shape;52;p6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-7140317">
            <a:off x="8304849" y="4386268"/>
            <a:ext cx="643533" cy="377037"/>
            <a:chOff x="-1131628" y="1250953"/>
            <a:chExt cx="695437" cy="407447"/>
          </a:xfrm>
        </p:grpSpPr>
        <p:sp>
          <p:nvSpPr>
            <p:cNvPr id="56" name="Google Shape;56;p6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3"/>
          <p:cNvGrpSpPr/>
          <p:nvPr/>
        </p:nvGrpSpPr>
        <p:grpSpPr>
          <a:xfrm rot="-6770500">
            <a:off x="30622" y="903812"/>
            <a:ext cx="602483" cy="353018"/>
            <a:chOff x="-1131628" y="1250953"/>
            <a:chExt cx="695437" cy="407447"/>
          </a:xfrm>
        </p:grpSpPr>
        <p:sp>
          <p:nvSpPr>
            <p:cNvPr id="77" name="Google Shape;77;p13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3"/>
          <p:cNvSpPr/>
          <p:nvPr/>
        </p:nvSpPr>
        <p:spPr>
          <a:xfrm>
            <a:off x="8629576" y="771947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3"/>
          <p:cNvGrpSpPr/>
          <p:nvPr/>
        </p:nvGrpSpPr>
        <p:grpSpPr>
          <a:xfrm rot="432063">
            <a:off x="7964935" y="76752"/>
            <a:ext cx="643557" cy="377051"/>
            <a:chOff x="-1131628" y="1250953"/>
            <a:chExt cx="695437" cy="407447"/>
          </a:xfrm>
        </p:grpSpPr>
        <p:sp>
          <p:nvSpPr>
            <p:cNvPr id="82" name="Google Shape;82;p13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3"/>
          <p:cNvSpPr/>
          <p:nvPr/>
        </p:nvSpPr>
        <p:spPr>
          <a:xfrm>
            <a:off x="8629576" y="4658147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71376" y="4505747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0" name="Google Shape;90;p14"/>
          <p:cNvSpPr/>
          <p:nvPr/>
        </p:nvSpPr>
        <p:spPr>
          <a:xfrm flipH="1" rot="10800000">
            <a:off x="404408" y="4557377"/>
            <a:ext cx="207053" cy="207082"/>
          </a:xfrm>
          <a:custGeom>
            <a:rect b="b" l="l" r="r" t="t"/>
            <a:pathLst>
              <a:path extrusionOk="0" h="7240" w="7239">
                <a:moveTo>
                  <a:pt x="2869" y="1"/>
                </a:moveTo>
                <a:cubicBezTo>
                  <a:pt x="2536" y="1"/>
                  <a:pt x="2436" y="134"/>
                  <a:pt x="2436" y="435"/>
                </a:cubicBezTo>
                <a:lnTo>
                  <a:pt x="2436" y="2469"/>
                </a:lnTo>
                <a:lnTo>
                  <a:pt x="434" y="2469"/>
                </a:lnTo>
                <a:cubicBezTo>
                  <a:pt x="134" y="2469"/>
                  <a:pt x="0" y="2603"/>
                  <a:pt x="0" y="2903"/>
                </a:cubicBezTo>
                <a:lnTo>
                  <a:pt x="0" y="4304"/>
                </a:lnTo>
                <a:cubicBezTo>
                  <a:pt x="0" y="4638"/>
                  <a:pt x="134" y="4738"/>
                  <a:pt x="434" y="4738"/>
                </a:cubicBezTo>
                <a:lnTo>
                  <a:pt x="2436" y="4738"/>
                </a:lnTo>
                <a:lnTo>
                  <a:pt x="2436" y="6806"/>
                </a:lnTo>
                <a:cubicBezTo>
                  <a:pt x="2436" y="7106"/>
                  <a:pt x="2536" y="7239"/>
                  <a:pt x="2869" y="7239"/>
                </a:cubicBezTo>
                <a:lnTo>
                  <a:pt x="4370" y="7239"/>
                </a:lnTo>
                <a:cubicBezTo>
                  <a:pt x="4704" y="7239"/>
                  <a:pt x="4804" y="7106"/>
                  <a:pt x="4804" y="6806"/>
                </a:cubicBezTo>
                <a:lnTo>
                  <a:pt x="4804" y="4738"/>
                </a:lnTo>
                <a:lnTo>
                  <a:pt x="6805" y="4738"/>
                </a:lnTo>
                <a:cubicBezTo>
                  <a:pt x="7106" y="4738"/>
                  <a:pt x="7239" y="4604"/>
                  <a:pt x="7239" y="4304"/>
                </a:cubicBezTo>
                <a:lnTo>
                  <a:pt x="7239" y="2903"/>
                </a:lnTo>
                <a:cubicBezTo>
                  <a:pt x="7239" y="2603"/>
                  <a:pt x="7106" y="2469"/>
                  <a:pt x="6805" y="2469"/>
                </a:cubicBezTo>
                <a:lnTo>
                  <a:pt x="4804" y="2469"/>
                </a:lnTo>
                <a:lnTo>
                  <a:pt x="4804" y="435"/>
                </a:lnTo>
                <a:cubicBezTo>
                  <a:pt x="4804" y="134"/>
                  <a:pt x="4670" y="1"/>
                  <a:pt x="4370" y="1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4"/>
          <p:cNvGrpSpPr/>
          <p:nvPr/>
        </p:nvGrpSpPr>
        <p:grpSpPr>
          <a:xfrm flipH="1" rot="-4029500">
            <a:off x="30622" y="3669366"/>
            <a:ext cx="602483" cy="353018"/>
            <a:chOff x="-1131628" y="1250953"/>
            <a:chExt cx="695437" cy="407447"/>
          </a:xfrm>
        </p:grpSpPr>
        <p:sp>
          <p:nvSpPr>
            <p:cNvPr id="92" name="Google Shape;92;p14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/>
          <p:nvPr/>
        </p:nvSpPr>
        <p:spPr>
          <a:xfrm flipH="1" rot="10800000">
            <a:off x="8629576" y="39241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14"/>
          <p:cNvGrpSpPr/>
          <p:nvPr/>
        </p:nvGrpSpPr>
        <p:grpSpPr>
          <a:xfrm flipH="1" rot="5032634">
            <a:off x="8422887" y="802820"/>
            <a:ext cx="643543" cy="377043"/>
            <a:chOff x="-1131628" y="1250953"/>
            <a:chExt cx="695437" cy="407447"/>
          </a:xfrm>
        </p:grpSpPr>
        <p:sp>
          <p:nvSpPr>
            <p:cNvPr id="97" name="Google Shape;97;p14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/>
          <p:nvPr/>
        </p:nvSpPr>
        <p:spPr>
          <a:xfrm flipH="1" rot="10800000">
            <a:off x="8629576" y="1903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 flipH="1" rot="10800000">
            <a:off x="171376" y="190304"/>
            <a:ext cx="230146" cy="230146"/>
          </a:xfrm>
          <a:custGeom>
            <a:rect b="b" l="l" r="r" t="t"/>
            <a:pathLst>
              <a:path extrusionOk="0" h="7239" w="7239">
                <a:moveTo>
                  <a:pt x="2835" y="0"/>
                </a:moveTo>
                <a:cubicBezTo>
                  <a:pt x="2535" y="0"/>
                  <a:pt x="2402" y="134"/>
                  <a:pt x="2402" y="434"/>
                </a:cubicBezTo>
                <a:lnTo>
                  <a:pt x="2402" y="2469"/>
                </a:lnTo>
                <a:lnTo>
                  <a:pt x="434" y="2469"/>
                </a:lnTo>
                <a:cubicBezTo>
                  <a:pt x="133" y="2469"/>
                  <a:pt x="0" y="2602"/>
                  <a:pt x="0" y="2902"/>
                </a:cubicBezTo>
                <a:lnTo>
                  <a:pt x="0" y="4303"/>
                </a:lnTo>
                <a:cubicBezTo>
                  <a:pt x="0" y="4604"/>
                  <a:pt x="133" y="4737"/>
                  <a:pt x="434" y="4737"/>
                </a:cubicBezTo>
                <a:lnTo>
                  <a:pt x="2402" y="4737"/>
                </a:lnTo>
                <a:lnTo>
                  <a:pt x="2402" y="6772"/>
                </a:lnTo>
                <a:cubicBezTo>
                  <a:pt x="2402" y="7105"/>
                  <a:pt x="2535" y="7239"/>
                  <a:pt x="2835" y="7239"/>
                </a:cubicBezTo>
                <a:lnTo>
                  <a:pt x="4370" y="7239"/>
                </a:lnTo>
                <a:cubicBezTo>
                  <a:pt x="4670" y="7239"/>
                  <a:pt x="4803" y="7105"/>
                  <a:pt x="4803" y="6772"/>
                </a:cubicBezTo>
                <a:lnTo>
                  <a:pt x="4803" y="4737"/>
                </a:lnTo>
                <a:lnTo>
                  <a:pt x="6805" y="4737"/>
                </a:lnTo>
                <a:cubicBezTo>
                  <a:pt x="7105" y="4737"/>
                  <a:pt x="7239" y="4604"/>
                  <a:pt x="7239" y="4303"/>
                </a:cubicBezTo>
                <a:lnTo>
                  <a:pt x="7239" y="2902"/>
                </a:lnTo>
                <a:cubicBezTo>
                  <a:pt x="7239" y="2602"/>
                  <a:pt x="7105" y="2469"/>
                  <a:pt x="6805" y="2469"/>
                </a:cubicBezTo>
                <a:lnTo>
                  <a:pt x="4803" y="2469"/>
                </a:lnTo>
                <a:lnTo>
                  <a:pt x="4803" y="434"/>
                </a:lnTo>
                <a:cubicBezTo>
                  <a:pt x="4803" y="134"/>
                  <a:pt x="4670" y="0"/>
                  <a:pt x="4370" y="0"/>
                </a:cubicBezTo>
                <a:close/>
              </a:path>
            </a:pathLst>
          </a:custGeom>
          <a:solidFill>
            <a:srgbClr val="F6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ungee"/>
              <a:buNone/>
              <a:defRPr sz="29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3082200" y="292807"/>
            <a:ext cx="5341800" cy="31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redictive Analytics: </a:t>
            </a:r>
            <a:r>
              <a:rPr lang="en">
                <a:solidFill>
                  <a:schemeClr val="dk2"/>
                </a:solidFill>
              </a:rPr>
              <a:t>Diabetes risk assessment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3082200" y="3647600"/>
            <a:ext cx="5341800" cy="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</a:t>
            </a:r>
            <a:r>
              <a:rPr lang="en" sz="1500"/>
              <a:t>ia Machine Learning</a:t>
            </a:r>
            <a:endParaRPr sz="1500"/>
          </a:p>
        </p:txBody>
      </p:sp>
      <p:grpSp>
        <p:nvGrpSpPr>
          <p:cNvPr id="108" name="Google Shape;108;p15"/>
          <p:cNvGrpSpPr/>
          <p:nvPr/>
        </p:nvGrpSpPr>
        <p:grpSpPr>
          <a:xfrm>
            <a:off x="-73375" y="-34287"/>
            <a:ext cx="2899575" cy="5212075"/>
            <a:chOff x="-114450" y="-16525"/>
            <a:chExt cx="2899575" cy="5212075"/>
          </a:xfrm>
        </p:grpSpPr>
        <p:grpSp>
          <p:nvGrpSpPr>
            <p:cNvPr id="109" name="Google Shape;109;p15"/>
            <p:cNvGrpSpPr/>
            <p:nvPr/>
          </p:nvGrpSpPr>
          <p:grpSpPr>
            <a:xfrm>
              <a:off x="-114450" y="-16525"/>
              <a:ext cx="2899575" cy="5212075"/>
              <a:chOff x="-114450" y="-16525"/>
              <a:chExt cx="2899575" cy="5212075"/>
            </a:xfrm>
          </p:grpSpPr>
          <p:grpSp>
            <p:nvGrpSpPr>
              <p:cNvPr id="110" name="Google Shape;110;p15"/>
              <p:cNvGrpSpPr/>
              <p:nvPr/>
            </p:nvGrpSpPr>
            <p:grpSpPr>
              <a:xfrm>
                <a:off x="-114450" y="-16525"/>
                <a:ext cx="2899575" cy="5212075"/>
                <a:chOff x="2352700" y="238125"/>
                <a:chExt cx="2899575" cy="5212075"/>
              </a:xfrm>
            </p:grpSpPr>
            <p:sp>
              <p:nvSpPr>
                <p:cNvPr id="111" name="Google Shape;111;p15"/>
                <p:cNvSpPr/>
                <p:nvPr/>
              </p:nvSpPr>
              <p:spPr>
                <a:xfrm>
                  <a:off x="4344275" y="1712225"/>
                  <a:ext cx="254200" cy="1065225"/>
                </a:xfrm>
                <a:custGeom>
                  <a:rect b="b" l="l" r="r" t="t"/>
                  <a:pathLst>
                    <a:path extrusionOk="0" h="42609" w="10168">
                      <a:moveTo>
                        <a:pt x="4259" y="0"/>
                      </a:moveTo>
                      <a:cubicBezTo>
                        <a:pt x="1839" y="0"/>
                        <a:pt x="1" y="1847"/>
                        <a:pt x="60" y="4415"/>
                      </a:cubicBezTo>
                      <a:lnTo>
                        <a:pt x="894" y="37705"/>
                      </a:lnTo>
                      <a:cubicBezTo>
                        <a:pt x="961" y="40074"/>
                        <a:pt x="3096" y="42609"/>
                        <a:pt x="5664" y="42609"/>
                      </a:cubicBezTo>
                      <a:cubicBezTo>
                        <a:pt x="8166" y="42609"/>
                        <a:pt x="10168" y="40140"/>
                        <a:pt x="10134" y="37839"/>
                      </a:cubicBezTo>
                      <a:lnTo>
                        <a:pt x="10134" y="6249"/>
                      </a:lnTo>
                      <a:cubicBezTo>
                        <a:pt x="10134" y="3514"/>
                        <a:pt x="7899" y="545"/>
                        <a:pt x="5131" y="78"/>
                      </a:cubicBezTo>
                      <a:cubicBezTo>
                        <a:pt x="4833" y="26"/>
                        <a:pt x="4542" y="0"/>
                        <a:pt x="4259" y="0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" name="Google Shape;112;p15"/>
                <p:cNvSpPr/>
                <p:nvPr/>
              </p:nvSpPr>
              <p:spPr>
                <a:xfrm>
                  <a:off x="3886275" y="285650"/>
                  <a:ext cx="823950" cy="717200"/>
                </a:xfrm>
                <a:custGeom>
                  <a:rect b="b" l="l" r="r" t="t"/>
                  <a:pathLst>
                    <a:path extrusionOk="0" h="28688" w="32958">
                      <a:moveTo>
                        <a:pt x="1268" y="0"/>
                      </a:moveTo>
                      <a:cubicBezTo>
                        <a:pt x="1402" y="6071"/>
                        <a:pt x="1468" y="18247"/>
                        <a:pt x="1" y="28688"/>
                      </a:cubicBezTo>
                      <a:lnTo>
                        <a:pt x="32957" y="28688"/>
                      </a:lnTo>
                      <a:cubicBezTo>
                        <a:pt x="32957" y="28688"/>
                        <a:pt x="32124" y="21649"/>
                        <a:pt x="31657" y="13176"/>
                      </a:cubicBezTo>
                      <a:cubicBezTo>
                        <a:pt x="31456" y="8773"/>
                        <a:pt x="31623" y="4370"/>
                        <a:pt x="32124" y="0"/>
                      </a:cubicBezTo>
                      <a:close/>
                    </a:path>
                  </a:pathLst>
                </a:custGeom>
                <a:solidFill>
                  <a:srgbClr val="E6B89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15"/>
                <p:cNvSpPr/>
                <p:nvPr/>
              </p:nvSpPr>
              <p:spPr>
                <a:xfrm>
                  <a:off x="3715325" y="720125"/>
                  <a:ext cx="1504750" cy="1382100"/>
                </a:xfrm>
                <a:custGeom>
                  <a:rect b="b" l="l" r="r" t="t"/>
                  <a:pathLst>
                    <a:path extrusionOk="0" h="55284" w="60190">
                      <a:moveTo>
                        <a:pt x="23617" y="0"/>
                      </a:moveTo>
                      <a:cubicBezTo>
                        <a:pt x="2369" y="0"/>
                        <a:pt x="0" y="12276"/>
                        <a:pt x="0" y="25252"/>
                      </a:cubicBezTo>
                      <a:cubicBezTo>
                        <a:pt x="0" y="35960"/>
                        <a:pt x="4070" y="33591"/>
                        <a:pt x="14744" y="38728"/>
                      </a:cubicBezTo>
                      <a:cubicBezTo>
                        <a:pt x="23784" y="43031"/>
                        <a:pt x="25218" y="44099"/>
                        <a:pt x="25452" y="53706"/>
                      </a:cubicBezTo>
                      <a:cubicBezTo>
                        <a:pt x="29054" y="55136"/>
                        <a:pt x="33162" y="55283"/>
                        <a:pt x="34701" y="55283"/>
                      </a:cubicBezTo>
                      <a:cubicBezTo>
                        <a:pt x="35099" y="55283"/>
                        <a:pt x="35326" y="55273"/>
                        <a:pt x="35326" y="55273"/>
                      </a:cubicBezTo>
                      <a:cubicBezTo>
                        <a:pt x="35326" y="55273"/>
                        <a:pt x="35159" y="36493"/>
                        <a:pt x="38828" y="30255"/>
                      </a:cubicBezTo>
                      <a:cubicBezTo>
                        <a:pt x="39888" y="28447"/>
                        <a:pt x="40751" y="27708"/>
                        <a:pt x="41553" y="27708"/>
                      </a:cubicBezTo>
                      <a:cubicBezTo>
                        <a:pt x="44864" y="27708"/>
                        <a:pt x="47146" y="40304"/>
                        <a:pt x="58075" y="42264"/>
                      </a:cubicBezTo>
                      <a:cubicBezTo>
                        <a:pt x="58173" y="42281"/>
                        <a:pt x="58271" y="42290"/>
                        <a:pt x="58366" y="42290"/>
                      </a:cubicBezTo>
                      <a:cubicBezTo>
                        <a:pt x="59373" y="42290"/>
                        <a:pt x="60190" y="41365"/>
                        <a:pt x="59977" y="40329"/>
                      </a:cubicBezTo>
                      <a:cubicBezTo>
                        <a:pt x="59610" y="38028"/>
                        <a:pt x="56441" y="31957"/>
                        <a:pt x="55440" y="29355"/>
                      </a:cubicBezTo>
                      <a:cubicBezTo>
                        <a:pt x="46167" y="5204"/>
                        <a:pt x="34992" y="0"/>
                        <a:pt x="23617" y="0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15"/>
                <p:cNvSpPr/>
                <p:nvPr/>
              </p:nvSpPr>
              <p:spPr>
                <a:xfrm>
                  <a:off x="3715325" y="1068625"/>
                  <a:ext cx="759725" cy="946625"/>
                </a:xfrm>
                <a:custGeom>
                  <a:rect b="b" l="l" r="r" t="t"/>
                  <a:pathLst>
                    <a:path extrusionOk="0" h="37865" w="30389">
                      <a:moveTo>
                        <a:pt x="8048" y="1"/>
                      </a:moveTo>
                      <a:cubicBezTo>
                        <a:pt x="5973" y="1"/>
                        <a:pt x="4142" y="1089"/>
                        <a:pt x="3570" y="2806"/>
                      </a:cubicBezTo>
                      <a:lnTo>
                        <a:pt x="0" y="12213"/>
                      </a:lnTo>
                      <a:cubicBezTo>
                        <a:pt x="201" y="20552"/>
                        <a:pt x="3336" y="20152"/>
                        <a:pt x="10842" y="23054"/>
                      </a:cubicBezTo>
                      <a:cubicBezTo>
                        <a:pt x="12109" y="23421"/>
                        <a:pt x="13343" y="23921"/>
                        <a:pt x="14544" y="24488"/>
                      </a:cubicBezTo>
                      <a:cubicBezTo>
                        <a:pt x="17413" y="25889"/>
                        <a:pt x="19481" y="26956"/>
                        <a:pt x="21015" y="28091"/>
                      </a:cubicBezTo>
                      <a:cubicBezTo>
                        <a:pt x="24151" y="30259"/>
                        <a:pt x="25085" y="32527"/>
                        <a:pt x="25352" y="37864"/>
                      </a:cubicBezTo>
                      <a:cubicBezTo>
                        <a:pt x="26953" y="37097"/>
                        <a:pt x="28054" y="35596"/>
                        <a:pt x="28254" y="33828"/>
                      </a:cubicBezTo>
                      <a:lnTo>
                        <a:pt x="30122" y="7909"/>
                      </a:lnTo>
                      <a:cubicBezTo>
                        <a:pt x="30389" y="5574"/>
                        <a:pt x="28254" y="3373"/>
                        <a:pt x="25419" y="3073"/>
                      </a:cubicBezTo>
                      <a:cubicBezTo>
                        <a:pt x="25188" y="3045"/>
                        <a:pt x="24959" y="3031"/>
                        <a:pt x="24731" y="3031"/>
                      </a:cubicBezTo>
                      <a:cubicBezTo>
                        <a:pt x="23308" y="3031"/>
                        <a:pt x="21950" y="3563"/>
                        <a:pt x="20915" y="4540"/>
                      </a:cubicBezTo>
                      <a:cubicBezTo>
                        <a:pt x="20148" y="3173"/>
                        <a:pt x="18814" y="2239"/>
                        <a:pt x="17279" y="1939"/>
                      </a:cubicBezTo>
                      <a:cubicBezTo>
                        <a:pt x="16916" y="1862"/>
                        <a:pt x="16548" y="1825"/>
                        <a:pt x="16181" y="1825"/>
                      </a:cubicBezTo>
                      <a:cubicBezTo>
                        <a:pt x="15103" y="1825"/>
                        <a:pt x="14040" y="2150"/>
                        <a:pt x="13143" y="2772"/>
                      </a:cubicBezTo>
                      <a:cubicBezTo>
                        <a:pt x="12376" y="1572"/>
                        <a:pt x="11208" y="671"/>
                        <a:pt x="9841" y="271"/>
                      </a:cubicBezTo>
                      <a:cubicBezTo>
                        <a:pt x="9239" y="87"/>
                        <a:pt x="8634" y="1"/>
                        <a:pt x="8048" y="1"/>
                      </a:cubicBezTo>
                      <a:close/>
                    </a:path>
                  </a:pathLst>
                </a:custGeom>
                <a:solidFill>
                  <a:srgbClr val="FE5145">
                    <a:alpha val="212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15"/>
                <p:cNvSpPr/>
                <p:nvPr/>
              </p:nvSpPr>
              <p:spPr>
                <a:xfrm>
                  <a:off x="5086300" y="1514025"/>
                  <a:ext cx="118450" cy="179775"/>
                </a:xfrm>
                <a:custGeom>
                  <a:rect b="b" l="l" r="r" t="t"/>
                  <a:pathLst>
                    <a:path extrusionOk="0" h="7191" w="4738">
                      <a:moveTo>
                        <a:pt x="1635" y="1"/>
                      </a:moveTo>
                      <a:cubicBezTo>
                        <a:pt x="501" y="768"/>
                        <a:pt x="1" y="2202"/>
                        <a:pt x="401" y="3536"/>
                      </a:cubicBezTo>
                      <a:cubicBezTo>
                        <a:pt x="906" y="5304"/>
                        <a:pt x="2785" y="7191"/>
                        <a:pt x="4455" y="7191"/>
                      </a:cubicBezTo>
                      <a:cubicBezTo>
                        <a:pt x="4550" y="7191"/>
                        <a:pt x="4644" y="7185"/>
                        <a:pt x="4737" y="7172"/>
                      </a:cubicBezTo>
                      <a:cubicBezTo>
                        <a:pt x="4070" y="5204"/>
                        <a:pt x="2702" y="2302"/>
                        <a:pt x="1635" y="1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" name="Google Shape;116;p15"/>
                <p:cNvSpPr/>
                <p:nvPr/>
              </p:nvSpPr>
              <p:spPr>
                <a:xfrm>
                  <a:off x="4114775" y="1174750"/>
                  <a:ext cx="320250" cy="854600"/>
                </a:xfrm>
                <a:custGeom>
                  <a:rect b="b" l="l" r="r" t="t"/>
                  <a:pathLst>
                    <a:path extrusionOk="0" h="34184" w="12810">
                      <a:moveTo>
                        <a:pt x="8177" y="1"/>
                      </a:moveTo>
                      <a:cubicBezTo>
                        <a:pt x="5976" y="1"/>
                        <a:pt x="4052" y="1629"/>
                        <a:pt x="3803" y="3865"/>
                      </a:cubicBezTo>
                      <a:lnTo>
                        <a:pt x="234" y="28649"/>
                      </a:lnTo>
                      <a:cubicBezTo>
                        <a:pt x="1" y="31418"/>
                        <a:pt x="2035" y="33886"/>
                        <a:pt x="4804" y="34153"/>
                      </a:cubicBezTo>
                      <a:cubicBezTo>
                        <a:pt x="4991" y="34173"/>
                        <a:pt x="5177" y="34183"/>
                        <a:pt x="5362" y="34183"/>
                      </a:cubicBezTo>
                      <a:cubicBezTo>
                        <a:pt x="7901" y="34183"/>
                        <a:pt x="10097" y="32298"/>
                        <a:pt x="10408" y="29716"/>
                      </a:cubicBezTo>
                      <a:lnTo>
                        <a:pt x="12609" y="4799"/>
                      </a:lnTo>
                      <a:cubicBezTo>
                        <a:pt x="12810" y="2397"/>
                        <a:pt x="11075" y="262"/>
                        <a:pt x="8673" y="29"/>
                      </a:cubicBezTo>
                      <a:cubicBezTo>
                        <a:pt x="8507" y="10"/>
                        <a:pt x="8341" y="1"/>
                        <a:pt x="8177" y="1"/>
                      </a:cubicBezTo>
                      <a:close/>
                    </a:path>
                  </a:pathLst>
                </a:custGeom>
                <a:solidFill>
                  <a:srgbClr val="FFCC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15"/>
                <p:cNvSpPr/>
                <p:nvPr/>
              </p:nvSpPr>
              <p:spPr>
                <a:xfrm>
                  <a:off x="4114775" y="1183800"/>
                  <a:ext cx="203500" cy="845300"/>
                </a:xfrm>
                <a:custGeom>
                  <a:rect b="b" l="l" r="r" t="t"/>
                  <a:pathLst>
                    <a:path extrusionOk="0" h="33812" w="8140">
                      <a:moveTo>
                        <a:pt x="6472" y="0"/>
                      </a:moveTo>
                      <a:cubicBezTo>
                        <a:pt x="5004" y="601"/>
                        <a:pt x="3970" y="1935"/>
                        <a:pt x="3803" y="3503"/>
                      </a:cubicBezTo>
                      <a:lnTo>
                        <a:pt x="234" y="28287"/>
                      </a:lnTo>
                      <a:cubicBezTo>
                        <a:pt x="1" y="31056"/>
                        <a:pt x="2035" y="33524"/>
                        <a:pt x="4804" y="33791"/>
                      </a:cubicBezTo>
                      <a:cubicBezTo>
                        <a:pt x="4963" y="33805"/>
                        <a:pt x="5123" y="33811"/>
                        <a:pt x="5283" y="33811"/>
                      </a:cubicBezTo>
                      <a:cubicBezTo>
                        <a:pt x="6295" y="33811"/>
                        <a:pt x="7304" y="33538"/>
                        <a:pt x="8140" y="32990"/>
                      </a:cubicBezTo>
                      <a:lnTo>
                        <a:pt x="8140" y="32990"/>
                      </a:lnTo>
                      <a:cubicBezTo>
                        <a:pt x="7495" y="33259"/>
                        <a:pt x="6785" y="33419"/>
                        <a:pt x="6063" y="33419"/>
                      </a:cubicBezTo>
                      <a:cubicBezTo>
                        <a:pt x="5888" y="33419"/>
                        <a:pt x="5713" y="33410"/>
                        <a:pt x="5538" y="33391"/>
                      </a:cubicBezTo>
                      <a:cubicBezTo>
                        <a:pt x="2769" y="33124"/>
                        <a:pt x="734" y="30655"/>
                        <a:pt x="1001" y="27887"/>
                      </a:cubicBezTo>
                      <a:lnTo>
                        <a:pt x="4537" y="3102"/>
                      </a:lnTo>
                      <a:cubicBezTo>
                        <a:pt x="4671" y="1835"/>
                        <a:pt x="5371" y="701"/>
                        <a:pt x="6472" y="0"/>
                      </a:cubicBezTo>
                      <a:close/>
                    </a:path>
                  </a:pathLst>
                </a:custGeom>
                <a:solidFill>
                  <a:srgbClr val="FE5145">
                    <a:alpha val="212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15"/>
                <p:cNvSpPr/>
                <p:nvPr/>
              </p:nvSpPr>
              <p:spPr>
                <a:xfrm>
                  <a:off x="3887950" y="1154350"/>
                  <a:ext cx="345275" cy="748025"/>
                </a:xfrm>
                <a:custGeom>
                  <a:rect b="b" l="l" r="r" t="t"/>
                  <a:pathLst>
                    <a:path extrusionOk="0" h="29921" w="13811">
                      <a:moveTo>
                        <a:pt x="9309" y="0"/>
                      </a:moveTo>
                      <a:cubicBezTo>
                        <a:pt x="7384" y="0"/>
                        <a:pt x="5682" y="1347"/>
                        <a:pt x="5271" y="3313"/>
                      </a:cubicBezTo>
                      <a:lnTo>
                        <a:pt x="501" y="24261"/>
                      </a:lnTo>
                      <a:cubicBezTo>
                        <a:pt x="0" y="26830"/>
                        <a:pt x="1668" y="29332"/>
                        <a:pt x="4237" y="29832"/>
                      </a:cubicBezTo>
                      <a:cubicBezTo>
                        <a:pt x="4544" y="29892"/>
                        <a:pt x="4850" y="29921"/>
                        <a:pt x="5152" y="29921"/>
                      </a:cubicBezTo>
                      <a:cubicBezTo>
                        <a:pt x="7375" y="29921"/>
                        <a:pt x="9367" y="28357"/>
                        <a:pt x="9807" y="26096"/>
                      </a:cubicBezTo>
                      <a:lnTo>
                        <a:pt x="13377" y="4914"/>
                      </a:lnTo>
                      <a:cubicBezTo>
                        <a:pt x="13810" y="2679"/>
                        <a:pt x="12343" y="511"/>
                        <a:pt x="10108" y="77"/>
                      </a:cubicBezTo>
                      <a:cubicBezTo>
                        <a:pt x="9839" y="25"/>
                        <a:pt x="9572" y="0"/>
                        <a:pt x="9309" y="0"/>
                      </a:cubicBezTo>
                      <a:close/>
                    </a:path>
                  </a:pathLst>
                </a:custGeom>
                <a:solidFill>
                  <a:srgbClr val="FFCC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" name="Google Shape;119;p15"/>
                <p:cNvSpPr/>
                <p:nvPr/>
              </p:nvSpPr>
              <p:spPr>
                <a:xfrm>
                  <a:off x="3889625" y="1183800"/>
                  <a:ext cx="226850" cy="718900"/>
                </a:xfrm>
                <a:custGeom>
                  <a:rect b="b" l="l" r="r" t="t"/>
                  <a:pathLst>
                    <a:path extrusionOk="0" h="28756" w="9074">
                      <a:moveTo>
                        <a:pt x="6371" y="0"/>
                      </a:moveTo>
                      <a:lnTo>
                        <a:pt x="6371" y="0"/>
                      </a:lnTo>
                      <a:cubicBezTo>
                        <a:pt x="5771" y="567"/>
                        <a:pt x="5371" y="1334"/>
                        <a:pt x="5204" y="2135"/>
                      </a:cubicBezTo>
                      <a:lnTo>
                        <a:pt x="467" y="23083"/>
                      </a:lnTo>
                      <a:cubicBezTo>
                        <a:pt x="0" y="25318"/>
                        <a:pt x="1201" y="27520"/>
                        <a:pt x="3302" y="28387"/>
                      </a:cubicBezTo>
                      <a:cubicBezTo>
                        <a:pt x="3894" y="28635"/>
                        <a:pt x="4516" y="28755"/>
                        <a:pt x="5132" y="28755"/>
                      </a:cubicBezTo>
                      <a:cubicBezTo>
                        <a:pt x="6669" y="28755"/>
                        <a:pt x="8168" y="28010"/>
                        <a:pt x="9073" y="26652"/>
                      </a:cubicBezTo>
                      <a:lnTo>
                        <a:pt x="9073" y="26652"/>
                      </a:lnTo>
                      <a:cubicBezTo>
                        <a:pt x="8155" y="27598"/>
                        <a:pt x="6909" y="28105"/>
                        <a:pt x="5636" y="28105"/>
                      </a:cubicBezTo>
                      <a:cubicBezTo>
                        <a:pt x="5337" y="28105"/>
                        <a:pt x="5036" y="28077"/>
                        <a:pt x="4737" y="28020"/>
                      </a:cubicBezTo>
                      <a:cubicBezTo>
                        <a:pt x="2168" y="27486"/>
                        <a:pt x="500" y="25018"/>
                        <a:pt x="967" y="22449"/>
                      </a:cubicBezTo>
                      <a:lnTo>
                        <a:pt x="5771" y="1468"/>
                      </a:lnTo>
                      <a:cubicBezTo>
                        <a:pt x="5871" y="934"/>
                        <a:pt x="6071" y="434"/>
                        <a:pt x="6371" y="0"/>
                      </a:cubicBezTo>
                      <a:close/>
                    </a:path>
                  </a:pathLst>
                </a:custGeom>
                <a:solidFill>
                  <a:srgbClr val="FE5145">
                    <a:alpha val="212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" name="Google Shape;120;p15"/>
                <p:cNvSpPr/>
                <p:nvPr/>
              </p:nvSpPr>
              <p:spPr>
                <a:xfrm>
                  <a:off x="3674450" y="1113375"/>
                  <a:ext cx="371975" cy="660650"/>
                </a:xfrm>
                <a:custGeom>
                  <a:rect b="b" l="l" r="r" t="t"/>
                  <a:pathLst>
                    <a:path extrusionOk="0" h="26426" w="14879">
                      <a:moveTo>
                        <a:pt x="10266" y="1"/>
                      </a:moveTo>
                      <a:cubicBezTo>
                        <a:pt x="8495" y="1"/>
                        <a:pt x="6883" y="1153"/>
                        <a:pt x="6339" y="2951"/>
                      </a:cubicBezTo>
                      <a:lnTo>
                        <a:pt x="768" y="20330"/>
                      </a:lnTo>
                      <a:cubicBezTo>
                        <a:pt x="1" y="22831"/>
                        <a:pt x="1435" y="25467"/>
                        <a:pt x="3937" y="26234"/>
                      </a:cubicBezTo>
                      <a:cubicBezTo>
                        <a:pt x="4380" y="26364"/>
                        <a:pt x="4829" y="26426"/>
                        <a:pt x="5271" y="26426"/>
                      </a:cubicBezTo>
                      <a:cubicBezTo>
                        <a:pt x="7324" y="26426"/>
                        <a:pt x="9238" y="25090"/>
                        <a:pt x="9841" y="23032"/>
                      </a:cubicBezTo>
                      <a:lnTo>
                        <a:pt x="14211" y="5319"/>
                      </a:lnTo>
                      <a:cubicBezTo>
                        <a:pt x="14878" y="3117"/>
                        <a:pt x="13644" y="849"/>
                        <a:pt x="11476" y="182"/>
                      </a:cubicBezTo>
                      <a:cubicBezTo>
                        <a:pt x="11071" y="59"/>
                        <a:pt x="10665" y="1"/>
                        <a:pt x="10266" y="1"/>
                      </a:cubicBezTo>
                      <a:close/>
                    </a:path>
                  </a:pathLst>
                </a:custGeom>
                <a:solidFill>
                  <a:srgbClr val="FFCCA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15"/>
                <p:cNvSpPr/>
                <p:nvPr/>
              </p:nvSpPr>
              <p:spPr>
                <a:xfrm>
                  <a:off x="3882100" y="238125"/>
                  <a:ext cx="875650" cy="376125"/>
                </a:xfrm>
                <a:custGeom>
                  <a:rect b="b" l="l" r="r" t="t"/>
                  <a:pathLst>
                    <a:path extrusionOk="0" h="15045" w="35026">
                      <a:moveTo>
                        <a:pt x="1" y="0"/>
                      </a:moveTo>
                      <a:lnTo>
                        <a:pt x="1" y="15044"/>
                      </a:lnTo>
                      <a:lnTo>
                        <a:pt x="35026" y="13843"/>
                      </a:lnTo>
                      <a:lnTo>
                        <a:pt x="34025" y="0"/>
                      </a:lnTo>
                      <a:close/>
                    </a:path>
                  </a:pathLst>
                </a:custGeom>
                <a:solidFill>
                  <a:srgbClr val="F6EFE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" name="Google Shape;122;p15"/>
                <p:cNvSpPr/>
                <p:nvPr/>
              </p:nvSpPr>
              <p:spPr>
                <a:xfrm>
                  <a:off x="3847925" y="238125"/>
                  <a:ext cx="942350" cy="256025"/>
                </a:xfrm>
                <a:custGeom>
                  <a:rect b="b" l="l" r="r" t="t"/>
                  <a:pathLst>
                    <a:path extrusionOk="0" h="10241" w="37694">
                      <a:moveTo>
                        <a:pt x="0" y="0"/>
                      </a:moveTo>
                      <a:lnTo>
                        <a:pt x="0" y="10241"/>
                      </a:lnTo>
                      <a:lnTo>
                        <a:pt x="37694" y="7539"/>
                      </a:lnTo>
                      <a:lnTo>
                        <a:pt x="37694" y="0"/>
                      </a:lnTo>
                      <a:close/>
                    </a:path>
                  </a:pathLst>
                </a:custGeom>
                <a:solidFill>
                  <a:srgbClr val="53A2B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" name="Google Shape;123;p15"/>
                <p:cNvSpPr/>
                <p:nvPr/>
              </p:nvSpPr>
              <p:spPr>
                <a:xfrm>
                  <a:off x="3859600" y="1149150"/>
                  <a:ext cx="150125" cy="121850"/>
                </a:xfrm>
                <a:custGeom>
                  <a:rect b="b" l="l" r="r" t="t"/>
                  <a:pathLst>
                    <a:path extrusionOk="0" h="4874" w="6005">
                      <a:moveTo>
                        <a:pt x="2556" y="1"/>
                      </a:moveTo>
                      <a:cubicBezTo>
                        <a:pt x="1489" y="1"/>
                        <a:pt x="499" y="750"/>
                        <a:pt x="267" y="1853"/>
                      </a:cubicBezTo>
                      <a:cubicBezTo>
                        <a:pt x="0" y="3087"/>
                        <a:pt x="801" y="4355"/>
                        <a:pt x="2035" y="4622"/>
                      </a:cubicBezTo>
                      <a:lnTo>
                        <a:pt x="2936" y="4822"/>
                      </a:lnTo>
                      <a:cubicBezTo>
                        <a:pt x="3100" y="4856"/>
                        <a:pt x="3265" y="4873"/>
                        <a:pt x="3427" y="4873"/>
                      </a:cubicBezTo>
                      <a:cubicBezTo>
                        <a:pt x="4515" y="4873"/>
                        <a:pt x="5505" y="4124"/>
                        <a:pt x="5738" y="3021"/>
                      </a:cubicBezTo>
                      <a:cubicBezTo>
                        <a:pt x="6005" y="1753"/>
                        <a:pt x="5204" y="519"/>
                        <a:pt x="3936" y="252"/>
                      </a:cubicBezTo>
                      <a:lnTo>
                        <a:pt x="3036" y="52"/>
                      </a:lnTo>
                      <a:cubicBezTo>
                        <a:pt x="2876" y="17"/>
                        <a:pt x="2715" y="1"/>
                        <a:pt x="2556" y="1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" name="Google Shape;124;p15"/>
                <p:cNvSpPr/>
                <p:nvPr/>
              </p:nvSpPr>
              <p:spPr>
                <a:xfrm>
                  <a:off x="4046400" y="1192225"/>
                  <a:ext cx="148450" cy="121000"/>
                </a:xfrm>
                <a:custGeom>
                  <a:rect b="b" l="l" r="r" t="t"/>
                  <a:pathLst>
                    <a:path extrusionOk="0" h="4840" w="5938">
                      <a:moveTo>
                        <a:pt x="2559" y="0"/>
                      </a:moveTo>
                      <a:cubicBezTo>
                        <a:pt x="1432" y="0"/>
                        <a:pt x="411" y="790"/>
                        <a:pt x="200" y="1931"/>
                      </a:cubicBezTo>
                      <a:cubicBezTo>
                        <a:pt x="0" y="3199"/>
                        <a:pt x="834" y="4400"/>
                        <a:pt x="2102" y="4633"/>
                      </a:cubicBezTo>
                      <a:lnTo>
                        <a:pt x="3002" y="4800"/>
                      </a:lnTo>
                      <a:cubicBezTo>
                        <a:pt x="3146" y="4827"/>
                        <a:pt x="3288" y="4839"/>
                        <a:pt x="3429" y="4839"/>
                      </a:cubicBezTo>
                      <a:cubicBezTo>
                        <a:pt x="4529" y="4839"/>
                        <a:pt x="5497" y="4056"/>
                        <a:pt x="5704" y="2932"/>
                      </a:cubicBezTo>
                      <a:cubicBezTo>
                        <a:pt x="5938" y="1665"/>
                        <a:pt x="5104" y="430"/>
                        <a:pt x="3836" y="197"/>
                      </a:cubicBezTo>
                      <a:lnTo>
                        <a:pt x="2936" y="30"/>
                      </a:lnTo>
                      <a:cubicBezTo>
                        <a:pt x="2809" y="10"/>
                        <a:pt x="2683" y="0"/>
                        <a:pt x="2559" y="0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15"/>
                <p:cNvSpPr/>
                <p:nvPr/>
              </p:nvSpPr>
              <p:spPr>
                <a:xfrm>
                  <a:off x="4242375" y="1217700"/>
                  <a:ext cx="164300" cy="134850"/>
                </a:xfrm>
                <a:custGeom>
                  <a:rect b="b" l="l" r="r" t="t"/>
                  <a:pathLst>
                    <a:path extrusionOk="0" h="5394" w="6572">
                      <a:moveTo>
                        <a:pt x="2782" y="0"/>
                      </a:moveTo>
                      <a:cubicBezTo>
                        <a:pt x="1424" y="0"/>
                        <a:pt x="291" y="998"/>
                        <a:pt x="134" y="2380"/>
                      </a:cubicBezTo>
                      <a:cubicBezTo>
                        <a:pt x="0" y="3814"/>
                        <a:pt x="1034" y="5115"/>
                        <a:pt x="2502" y="5249"/>
                      </a:cubicBezTo>
                      <a:lnTo>
                        <a:pt x="3536" y="5382"/>
                      </a:lnTo>
                      <a:cubicBezTo>
                        <a:pt x="3619" y="5390"/>
                        <a:pt x="3702" y="5394"/>
                        <a:pt x="3784" y="5394"/>
                      </a:cubicBezTo>
                      <a:cubicBezTo>
                        <a:pt x="5147" y="5394"/>
                        <a:pt x="6312" y="4367"/>
                        <a:pt x="6438" y="3014"/>
                      </a:cubicBezTo>
                      <a:cubicBezTo>
                        <a:pt x="6571" y="1546"/>
                        <a:pt x="5537" y="279"/>
                        <a:pt x="4070" y="112"/>
                      </a:cubicBezTo>
                      <a:lnTo>
                        <a:pt x="3036" y="12"/>
                      </a:lnTo>
                      <a:cubicBezTo>
                        <a:pt x="2950" y="4"/>
                        <a:pt x="2865" y="0"/>
                        <a:pt x="2782" y="0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15"/>
                <p:cNvSpPr/>
                <p:nvPr/>
              </p:nvSpPr>
              <p:spPr>
                <a:xfrm>
                  <a:off x="3358400" y="4161750"/>
                  <a:ext cx="1074125" cy="1067450"/>
                </a:xfrm>
                <a:custGeom>
                  <a:rect b="b" l="l" r="r" t="t"/>
                  <a:pathLst>
                    <a:path extrusionOk="0" h="42698" w="42965">
                      <a:moveTo>
                        <a:pt x="19881" y="1"/>
                      </a:moveTo>
                      <a:cubicBezTo>
                        <a:pt x="19881" y="1"/>
                        <a:pt x="15445" y="5538"/>
                        <a:pt x="9708" y="11809"/>
                      </a:cubicBezTo>
                      <a:cubicBezTo>
                        <a:pt x="6705" y="15011"/>
                        <a:pt x="3470" y="17980"/>
                        <a:pt x="1" y="20682"/>
                      </a:cubicBezTo>
                      <a:lnTo>
                        <a:pt x="21616" y="42698"/>
                      </a:lnTo>
                      <a:cubicBezTo>
                        <a:pt x="25852" y="38328"/>
                        <a:pt x="34492" y="29789"/>
                        <a:pt x="42965" y="23518"/>
                      </a:cubicBezTo>
                      <a:lnTo>
                        <a:pt x="19881" y="1"/>
                      </a:lnTo>
                      <a:close/>
                    </a:path>
                  </a:pathLst>
                </a:custGeom>
                <a:solidFill>
                  <a:srgbClr val="E6B89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15"/>
                <p:cNvSpPr/>
                <p:nvPr/>
              </p:nvSpPr>
              <p:spPr>
                <a:xfrm>
                  <a:off x="4577600" y="3220450"/>
                  <a:ext cx="674675" cy="507625"/>
                </a:xfrm>
                <a:custGeom>
                  <a:rect b="b" l="l" r="r" t="t"/>
                  <a:pathLst>
                    <a:path extrusionOk="0" h="20305" w="26987">
                      <a:moveTo>
                        <a:pt x="22041" y="0"/>
                      </a:moveTo>
                      <a:cubicBezTo>
                        <a:pt x="20776" y="0"/>
                        <a:pt x="19410" y="428"/>
                        <a:pt x="18214" y="1293"/>
                      </a:cubicBezTo>
                      <a:lnTo>
                        <a:pt x="3970" y="10300"/>
                      </a:lnTo>
                      <a:cubicBezTo>
                        <a:pt x="1001" y="12435"/>
                        <a:pt x="1" y="16104"/>
                        <a:pt x="1702" y="18439"/>
                      </a:cubicBezTo>
                      <a:cubicBezTo>
                        <a:pt x="2586" y="19676"/>
                        <a:pt x="4069" y="20305"/>
                        <a:pt x="5709" y="20305"/>
                      </a:cubicBezTo>
                      <a:cubicBezTo>
                        <a:pt x="7165" y="20305"/>
                        <a:pt x="8745" y="19810"/>
                        <a:pt x="10141" y="18806"/>
                      </a:cubicBezTo>
                      <a:lnTo>
                        <a:pt x="23551" y="8665"/>
                      </a:lnTo>
                      <a:cubicBezTo>
                        <a:pt x="26119" y="6797"/>
                        <a:pt x="26987" y="3628"/>
                        <a:pt x="25519" y="1594"/>
                      </a:cubicBezTo>
                      <a:cubicBezTo>
                        <a:pt x="24744" y="536"/>
                        <a:pt x="23456" y="0"/>
                        <a:pt x="22041" y="0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5"/>
                <p:cNvSpPr/>
                <p:nvPr/>
              </p:nvSpPr>
              <p:spPr>
                <a:xfrm>
                  <a:off x="4577600" y="3342825"/>
                  <a:ext cx="313575" cy="385950"/>
                </a:xfrm>
                <a:custGeom>
                  <a:rect b="b" l="l" r="r" t="t"/>
                  <a:pathLst>
                    <a:path extrusionOk="0" h="15438" w="12543">
                      <a:moveTo>
                        <a:pt x="12543" y="1"/>
                      </a:moveTo>
                      <a:lnTo>
                        <a:pt x="3970" y="5438"/>
                      </a:lnTo>
                      <a:cubicBezTo>
                        <a:pt x="1001" y="7573"/>
                        <a:pt x="1" y="11242"/>
                        <a:pt x="1702" y="13577"/>
                      </a:cubicBezTo>
                      <a:cubicBezTo>
                        <a:pt x="2582" y="14810"/>
                        <a:pt x="4057" y="15438"/>
                        <a:pt x="5690" y="15438"/>
                      </a:cubicBezTo>
                      <a:cubicBezTo>
                        <a:pt x="7151" y="15438"/>
                        <a:pt x="8739" y="14935"/>
                        <a:pt x="10141" y="13911"/>
                      </a:cubicBezTo>
                      <a:lnTo>
                        <a:pt x="12543" y="12110"/>
                      </a:lnTo>
                      <a:lnTo>
                        <a:pt x="12543" y="1"/>
                      </a:lnTo>
                      <a:close/>
                    </a:path>
                  </a:pathLst>
                </a:custGeom>
                <a:solidFill>
                  <a:srgbClr val="E6B89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15"/>
                <p:cNvSpPr/>
                <p:nvPr/>
              </p:nvSpPr>
              <p:spPr>
                <a:xfrm>
                  <a:off x="3708650" y="3240475"/>
                  <a:ext cx="1254250" cy="1601650"/>
                </a:xfrm>
                <a:custGeom>
                  <a:rect b="b" l="l" r="r" t="t"/>
                  <a:pathLst>
                    <a:path extrusionOk="0" h="64066" w="50170">
                      <a:moveTo>
                        <a:pt x="11125" y="0"/>
                      </a:moveTo>
                      <a:cubicBezTo>
                        <a:pt x="10608" y="0"/>
                        <a:pt x="10091" y="242"/>
                        <a:pt x="9774" y="726"/>
                      </a:cubicBezTo>
                      <a:cubicBezTo>
                        <a:pt x="8407" y="2627"/>
                        <a:pt x="7039" y="9299"/>
                        <a:pt x="6305" y="12001"/>
                      </a:cubicBezTo>
                      <a:cubicBezTo>
                        <a:pt x="368" y="33583"/>
                        <a:pt x="1" y="47026"/>
                        <a:pt x="7973" y="55165"/>
                      </a:cubicBezTo>
                      <a:cubicBezTo>
                        <a:pt x="14289" y="61609"/>
                        <a:pt x="19806" y="64066"/>
                        <a:pt x="24771" y="64066"/>
                      </a:cubicBezTo>
                      <a:cubicBezTo>
                        <a:pt x="31499" y="64066"/>
                        <a:pt x="37214" y="59552"/>
                        <a:pt x="42531" y="54331"/>
                      </a:cubicBezTo>
                      <a:cubicBezTo>
                        <a:pt x="50170" y="46792"/>
                        <a:pt x="45633" y="45558"/>
                        <a:pt x="41797" y="34317"/>
                      </a:cubicBezTo>
                      <a:cubicBezTo>
                        <a:pt x="38561" y="24843"/>
                        <a:pt x="38295" y="23042"/>
                        <a:pt x="44966" y="16170"/>
                      </a:cubicBezTo>
                      <a:cubicBezTo>
                        <a:pt x="43296" y="12144"/>
                        <a:pt x="36933" y="11931"/>
                        <a:pt x="35604" y="11931"/>
                      </a:cubicBezTo>
                      <a:cubicBezTo>
                        <a:pt x="35446" y="11931"/>
                        <a:pt x="35359" y="11934"/>
                        <a:pt x="35359" y="11934"/>
                      </a:cubicBezTo>
                      <a:cubicBezTo>
                        <a:pt x="35359" y="11934"/>
                        <a:pt x="24918" y="19439"/>
                        <a:pt x="18514" y="22008"/>
                      </a:cubicBezTo>
                      <a:cubicBezTo>
                        <a:pt x="17311" y="22494"/>
                        <a:pt x="16424" y="22720"/>
                        <a:pt x="15780" y="22720"/>
                      </a:cubicBezTo>
                      <a:cubicBezTo>
                        <a:pt x="11080" y="22720"/>
                        <a:pt x="19311" y="10729"/>
                        <a:pt x="12476" y="726"/>
                      </a:cubicBezTo>
                      <a:cubicBezTo>
                        <a:pt x="12159" y="242"/>
                        <a:pt x="11642" y="0"/>
                        <a:pt x="11125" y="0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15"/>
                <p:cNvSpPr/>
                <p:nvPr/>
              </p:nvSpPr>
              <p:spPr>
                <a:xfrm>
                  <a:off x="4072088" y="3571356"/>
                  <a:ext cx="824775" cy="1027500"/>
                </a:xfrm>
                <a:custGeom>
                  <a:rect b="b" l="l" r="r" t="t"/>
                  <a:pathLst>
                    <a:path extrusionOk="0" h="41100" w="32991">
                      <a:moveTo>
                        <a:pt x="23162" y="1"/>
                      </a:moveTo>
                      <a:cubicBezTo>
                        <a:pt x="23004" y="1"/>
                        <a:pt x="22917" y="4"/>
                        <a:pt x="22917" y="4"/>
                      </a:cubicBezTo>
                      <a:cubicBezTo>
                        <a:pt x="22917" y="4"/>
                        <a:pt x="12476" y="7509"/>
                        <a:pt x="6072" y="10044"/>
                      </a:cubicBezTo>
                      <a:cubicBezTo>
                        <a:pt x="4873" y="10529"/>
                        <a:pt x="3989" y="10753"/>
                        <a:pt x="3347" y="10753"/>
                      </a:cubicBezTo>
                      <a:cubicBezTo>
                        <a:pt x="2398" y="10753"/>
                        <a:pt x="1975" y="10265"/>
                        <a:pt x="1835" y="9410"/>
                      </a:cubicBezTo>
                      <a:lnTo>
                        <a:pt x="134" y="34495"/>
                      </a:lnTo>
                      <a:cubicBezTo>
                        <a:pt x="1" y="38064"/>
                        <a:pt x="2836" y="41033"/>
                        <a:pt x="6405" y="41100"/>
                      </a:cubicBezTo>
                      <a:lnTo>
                        <a:pt x="26486" y="39899"/>
                      </a:lnTo>
                      <a:cubicBezTo>
                        <a:pt x="30089" y="39832"/>
                        <a:pt x="32991" y="36863"/>
                        <a:pt x="32958" y="33227"/>
                      </a:cubicBezTo>
                      <a:lnTo>
                        <a:pt x="32958" y="30892"/>
                      </a:lnTo>
                      <a:cubicBezTo>
                        <a:pt x="32024" y="28757"/>
                        <a:pt x="30656" y="26122"/>
                        <a:pt x="29355" y="22353"/>
                      </a:cubicBezTo>
                      <a:cubicBezTo>
                        <a:pt x="26119" y="12913"/>
                        <a:pt x="25853" y="11112"/>
                        <a:pt x="32524" y="4240"/>
                      </a:cubicBezTo>
                      <a:cubicBezTo>
                        <a:pt x="30854" y="214"/>
                        <a:pt x="24491" y="1"/>
                        <a:pt x="23162" y="1"/>
                      </a:cubicBezTo>
                      <a:close/>
                    </a:path>
                  </a:pathLst>
                </a:custGeom>
                <a:solidFill>
                  <a:srgbClr val="FE5145">
                    <a:alpha val="2123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15"/>
                <p:cNvSpPr/>
                <p:nvPr/>
              </p:nvSpPr>
              <p:spPr>
                <a:xfrm>
                  <a:off x="4444175" y="4256000"/>
                  <a:ext cx="470350" cy="413325"/>
                </a:xfrm>
                <a:custGeom>
                  <a:rect b="b" l="l" r="r" t="t"/>
                  <a:pathLst>
                    <a:path extrusionOk="0" h="16533" w="18814">
                      <a:moveTo>
                        <a:pt x="14945" y="0"/>
                      </a:moveTo>
                      <a:lnTo>
                        <a:pt x="2669" y="7639"/>
                      </a:lnTo>
                      <a:cubicBezTo>
                        <a:pt x="634" y="8706"/>
                        <a:pt x="1" y="11475"/>
                        <a:pt x="1235" y="13810"/>
                      </a:cubicBezTo>
                      <a:cubicBezTo>
                        <a:pt x="2139" y="15520"/>
                        <a:pt x="3794" y="16532"/>
                        <a:pt x="5402" y="16532"/>
                      </a:cubicBezTo>
                      <a:cubicBezTo>
                        <a:pt x="5989" y="16532"/>
                        <a:pt x="6570" y="16397"/>
                        <a:pt x="7106" y="16112"/>
                      </a:cubicBezTo>
                      <a:lnTo>
                        <a:pt x="14211" y="12576"/>
                      </a:lnTo>
                      <a:cubicBezTo>
                        <a:pt x="18814" y="7605"/>
                        <a:pt x="17446" y="5437"/>
                        <a:pt x="14945" y="0"/>
                      </a:cubicBezTo>
                      <a:close/>
                    </a:path>
                  </a:pathLst>
                </a:custGeom>
                <a:solidFill>
                  <a:srgbClr val="E6B89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15"/>
                <p:cNvSpPr/>
                <p:nvPr/>
              </p:nvSpPr>
              <p:spPr>
                <a:xfrm>
                  <a:off x="4116450" y="3220250"/>
                  <a:ext cx="697175" cy="1265100"/>
                </a:xfrm>
                <a:custGeom>
                  <a:rect b="b" l="l" r="r" t="t"/>
                  <a:pathLst>
                    <a:path extrusionOk="0" h="50604" w="27887">
                      <a:moveTo>
                        <a:pt x="5871" y="0"/>
                      </a:moveTo>
                      <a:cubicBezTo>
                        <a:pt x="2635" y="0"/>
                        <a:pt x="0" y="2602"/>
                        <a:pt x="0" y="5871"/>
                      </a:cubicBezTo>
                      <a:lnTo>
                        <a:pt x="0" y="44732"/>
                      </a:lnTo>
                      <a:cubicBezTo>
                        <a:pt x="0" y="47968"/>
                        <a:pt x="2635" y="50603"/>
                        <a:pt x="5871" y="50603"/>
                      </a:cubicBezTo>
                      <a:lnTo>
                        <a:pt x="22049" y="50603"/>
                      </a:lnTo>
                      <a:cubicBezTo>
                        <a:pt x="25285" y="50603"/>
                        <a:pt x="27887" y="47968"/>
                        <a:pt x="27887" y="44732"/>
                      </a:cubicBezTo>
                      <a:lnTo>
                        <a:pt x="27887" y="5871"/>
                      </a:lnTo>
                      <a:cubicBezTo>
                        <a:pt x="27887" y="2602"/>
                        <a:pt x="25285" y="0"/>
                        <a:pt x="22049" y="0"/>
                      </a:cubicBezTo>
                      <a:close/>
                    </a:path>
                  </a:pathLst>
                </a:custGeom>
                <a:solidFill>
                  <a:srgbClr val="8CD8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" name="Google Shape;133;p15"/>
                <p:cNvSpPr/>
                <p:nvPr/>
              </p:nvSpPr>
              <p:spPr>
                <a:xfrm>
                  <a:off x="4162325" y="4205075"/>
                  <a:ext cx="253525" cy="244400"/>
                </a:xfrm>
                <a:custGeom>
                  <a:rect b="b" l="l" r="r" t="t"/>
                  <a:pathLst>
                    <a:path extrusionOk="0" h="9776" w="10141">
                      <a:moveTo>
                        <a:pt x="1212" y="1"/>
                      </a:moveTo>
                      <a:cubicBezTo>
                        <a:pt x="537" y="1"/>
                        <a:pt x="1" y="588"/>
                        <a:pt x="33" y="1270"/>
                      </a:cubicBezTo>
                      <a:lnTo>
                        <a:pt x="33" y="4839"/>
                      </a:lnTo>
                      <a:cubicBezTo>
                        <a:pt x="33" y="7574"/>
                        <a:pt x="2235" y="9776"/>
                        <a:pt x="4970" y="9776"/>
                      </a:cubicBezTo>
                      <a:lnTo>
                        <a:pt x="8906" y="9776"/>
                      </a:lnTo>
                      <a:cubicBezTo>
                        <a:pt x="9573" y="9776"/>
                        <a:pt x="10140" y="9209"/>
                        <a:pt x="10140" y="8542"/>
                      </a:cubicBezTo>
                      <a:lnTo>
                        <a:pt x="10140" y="1236"/>
                      </a:lnTo>
                      <a:cubicBezTo>
                        <a:pt x="10140" y="536"/>
                        <a:pt x="9573" y="2"/>
                        <a:pt x="8906" y="2"/>
                      </a:cubicBezTo>
                      <a:lnTo>
                        <a:pt x="1267" y="2"/>
                      </a:lnTo>
                      <a:cubicBezTo>
                        <a:pt x="1249" y="1"/>
                        <a:pt x="1230" y="1"/>
                        <a:pt x="1212" y="1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" name="Google Shape;134;p15"/>
                <p:cNvSpPr/>
                <p:nvPr/>
              </p:nvSpPr>
              <p:spPr>
                <a:xfrm>
                  <a:off x="4304900" y="3752300"/>
                  <a:ext cx="337775" cy="337750"/>
                </a:xfrm>
                <a:custGeom>
                  <a:rect b="b" l="l" r="r" t="t"/>
                  <a:pathLst>
                    <a:path extrusionOk="0" h="13510" w="13511">
                      <a:moveTo>
                        <a:pt x="6739" y="0"/>
                      </a:moveTo>
                      <a:cubicBezTo>
                        <a:pt x="3036" y="0"/>
                        <a:pt x="1" y="3002"/>
                        <a:pt x="1" y="6738"/>
                      </a:cubicBezTo>
                      <a:cubicBezTo>
                        <a:pt x="1" y="10474"/>
                        <a:pt x="3036" y="13510"/>
                        <a:pt x="6739" y="13510"/>
                      </a:cubicBezTo>
                      <a:cubicBezTo>
                        <a:pt x="10475" y="13510"/>
                        <a:pt x="13511" y="10474"/>
                        <a:pt x="13511" y="6738"/>
                      </a:cubicBezTo>
                      <a:cubicBezTo>
                        <a:pt x="13511" y="3002"/>
                        <a:pt x="10475" y="0"/>
                        <a:pt x="6739" y="0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15"/>
                <p:cNvSpPr/>
                <p:nvPr/>
              </p:nvSpPr>
              <p:spPr>
                <a:xfrm>
                  <a:off x="4361625" y="3809825"/>
                  <a:ext cx="120925" cy="121800"/>
                </a:xfrm>
                <a:custGeom>
                  <a:rect b="b" l="l" r="r" t="t"/>
                  <a:pathLst>
                    <a:path extrusionOk="0" h="4872" w="4837">
                      <a:moveTo>
                        <a:pt x="2402" y="1"/>
                      </a:moveTo>
                      <a:cubicBezTo>
                        <a:pt x="1068" y="1"/>
                        <a:pt x="0" y="1102"/>
                        <a:pt x="0" y="2436"/>
                      </a:cubicBezTo>
                      <a:cubicBezTo>
                        <a:pt x="0" y="3770"/>
                        <a:pt x="1068" y="4871"/>
                        <a:pt x="2402" y="4871"/>
                      </a:cubicBezTo>
                      <a:cubicBezTo>
                        <a:pt x="3736" y="4871"/>
                        <a:pt x="4837" y="3770"/>
                        <a:pt x="4837" y="2436"/>
                      </a:cubicBezTo>
                      <a:cubicBezTo>
                        <a:pt x="4837" y="1102"/>
                        <a:pt x="3736" y="1"/>
                        <a:pt x="2402" y="1"/>
                      </a:cubicBezTo>
                      <a:close/>
                    </a:path>
                  </a:pathLst>
                </a:custGeom>
                <a:solidFill>
                  <a:srgbClr val="53A2B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15"/>
                <p:cNvSpPr/>
                <p:nvPr/>
              </p:nvSpPr>
              <p:spPr>
                <a:xfrm>
                  <a:off x="4320750" y="3220250"/>
                  <a:ext cx="306075" cy="69250"/>
                </a:xfrm>
                <a:custGeom>
                  <a:rect b="b" l="l" r="r" t="t"/>
                  <a:pathLst>
                    <a:path extrusionOk="0" h="2770" w="12243">
                      <a:moveTo>
                        <a:pt x="1" y="0"/>
                      </a:moveTo>
                      <a:lnTo>
                        <a:pt x="1" y="1435"/>
                      </a:lnTo>
                      <a:cubicBezTo>
                        <a:pt x="1" y="2169"/>
                        <a:pt x="601" y="2769"/>
                        <a:pt x="1335" y="2769"/>
                      </a:cubicBezTo>
                      <a:lnTo>
                        <a:pt x="10908" y="2769"/>
                      </a:lnTo>
                      <a:cubicBezTo>
                        <a:pt x="11642" y="2769"/>
                        <a:pt x="12243" y="2169"/>
                        <a:pt x="12243" y="1435"/>
                      </a:cubicBezTo>
                      <a:lnTo>
                        <a:pt x="12243" y="0"/>
                      </a:lnTo>
                      <a:close/>
                    </a:path>
                  </a:pathLst>
                </a:custGeom>
                <a:solidFill>
                  <a:srgbClr val="53A2B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15"/>
                <p:cNvSpPr/>
                <p:nvPr/>
              </p:nvSpPr>
              <p:spPr>
                <a:xfrm>
                  <a:off x="3883775" y="3291975"/>
                  <a:ext cx="94250" cy="186075"/>
                </a:xfrm>
                <a:custGeom>
                  <a:rect b="b" l="l" r="r" t="t"/>
                  <a:pathLst>
                    <a:path extrusionOk="0" h="7443" w="3770">
                      <a:moveTo>
                        <a:pt x="2102" y="0"/>
                      </a:moveTo>
                      <a:cubicBezTo>
                        <a:pt x="1435" y="1668"/>
                        <a:pt x="901" y="3403"/>
                        <a:pt x="501" y="5137"/>
                      </a:cubicBezTo>
                      <a:cubicBezTo>
                        <a:pt x="334" y="5938"/>
                        <a:pt x="167" y="6738"/>
                        <a:pt x="1" y="7439"/>
                      </a:cubicBezTo>
                      <a:cubicBezTo>
                        <a:pt x="52" y="7441"/>
                        <a:pt x="103" y="7443"/>
                        <a:pt x="153" y="7443"/>
                      </a:cubicBezTo>
                      <a:cubicBezTo>
                        <a:pt x="1462" y="7443"/>
                        <a:pt x="2655" y="6623"/>
                        <a:pt x="3136" y="5371"/>
                      </a:cubicBezTo>
                      <a:cubicBezTo>
                        <a:pt x="3770" y="3636"/>
                        <a:pt x="3436" y="1001"/>
                        <a:pt x="2102" y="0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15"/>
                <p:cNvSpPr/>
                <p:nvPr/>
              </p:nvSpPr>
              <p:spPr>
                <a:xfrm>
                  <a:off x="4350775" y="3642025"/>
                  <a:ext cx="733050" cy="552275"/>
                </a:xfrm>
                <a:custGeom>
                  <a:rect b="b" l="l" r="r" t="t"/>
                  <a:pathLst>
                    <a:path extrusionOk="0" h="22091" w="29322">
                      <a:moveTo>
                        <a:pt x="23267" y="1"/>
                      </a:moveTo>
                      <a:cubicBezTo>
                        <a:pt x="22399" y="1"/>
                        <a:pt x="21539" y="245"/>
                        <a:pt x="20782" y="775"/>
                      </a:cubicBezTo>
                      <a:lnTo>
                        <a:pt x="2436" y="14052"/>
                      </a:lnTo>
                      <a:cubicBezTo>
                        <a:pt x="468" y="15453"/>
                        <a:pt x="1" y="18154"/>
                        <a:pt x="1368" y="20156"/>
                      </a:cubicBezTo>
                      <a:cubicBezTo>
                        <a:pt x="2227" y="21413"/>
                        <a:pt x="3612" y="22091"/>
                        <a:pt x="5020" y="22091"/>
                      </a:cubicBezTo>
                      <a:cubicBezTo>
                        <a:pt x="5853" y="22091"/>
                        <a:pt x="6695" y="21853"/>
                        <a:pt x="7439" y="21357"/>
                      </a:cubicBezTo>
                      <a:lnTo>
                        <a:pt x="26486" y="9515"/>
                      </a:lnTo>
                      <a:cubicBezTo>
                        <a:pt x="28788" y="7880"/>
                        <a:pt x="29321" y="4745"/>
                        <a:pt x="27754" y="2477"/>
                      </a:cubicBezTo>
                      <a:cubicBezTo>
                        <a:pt x="26695" y="932"/>
                        <a:pt x="24964" y="1"/>
                        <a:pt x="23267" y="1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15"/>
                <p:cNvSpPr/>
                <p:nvPr/>
              </p:nvSpPr>
              <p:spPr>
                <a:xfrm>
                  <a:off x="4364950" y="3931700"/>
                  <a:ext cx="701350" cy="531050"/>
                </a:xfrm>
                <a:custGeom>
                  <a:rect b="b" l="l" r="r" t="t"/>
                  <a:pathLst>
                    <a:path extrusionOk="0" h="21242" w="28054">
                      <a:moveTo>
                        <a:pt x="21890" y="1"/>
                      </a:moveTo>
                      <a:cubicBezTo>
                        <a:pt x="21195" y="1"/>
                        <a:pt x="20518" y="174"/>
                        <a:pt x="19915" y="563"/>
                      </a:cubicBezTo>
                      <a:lnTo>
                        <a:pt x="2436" y="13673"/>
                      </a:lnTo>
                      <a:cubicBezTo>
                        <a:pt x="534" y="14940"/>
                        <a:pt x="1" y="17475"/>
                        <a:pt x="1268" y="19377"/>
                      </a:cubicBezTo>
                      <a:cubicBezTo>
                        <a:pt x="2053" y="20586"/>
                        <a:pt x="3378" y="21242"/>
                        <a:pt x="4727" y="21242"/>
                      </a:cubicBezTo>
                      <a:cubicBezTo>
                        <a:pt x="5499" y="21242"/>
                        <a:pt x="6280" y="21027"/>
                        <a:pt x="6972" y="20577"/>
                      </a:cubicBezTo>
                      <a:lnTo>
                        <a:pt x="25252" y="9303"/>
                      </a:lnTo>
                      <a:cubicBezTo>
                        <a:pt x="27454" y="7868"/>
                        <a:pt x="28054" y="4933"/>
                        <a:pt x="26620" y="2731"/>
                      </a:cubicBezTo>
                      <a:cubicBezTo>
                        <a:pt x="25608" y="1166"/>
                        <a:pt x="23693" y="1"/>
                        <a:pt x="21890" y="1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5"/>
                <p:cNvSpPr/>
                <p:nvPr/>
              </p:nvSpPr>
              <p:spPr>
                <a:xfrm>
                  <a:off x="4475875" y="4222150"/>
                  <a:ext cx="596275" cy="411450"/>
                </a:xfrm>
                <a:custGeom>
                  <a:rect b="b" l="l" r="r" t="t"/>
                  <a:pathLst>
                    <a:path extrusionOk="0" h="16458" w="23851">
                      <a:moveTo>
                        <a:pt x="18429" y="0"/>
                      </a:moveTo>
                      <a:cubicBezTo>
                        <a:pt x="17682" y="0"/>
                        <a:pt x="16922" y="178"/>
                        <a:pt x="16212" y="553"/>
                      </a:cubicBezTo>
                      <a:lnTo>
                        <a:pt x="2802" y="8693"/>
                      </a:lnTo>
                      <a:cubicBezTo>
                        <a:pt x="801" y="9760"/>
                        <a:pt x="0" y="12262"/>
                        <a:pt x="1068" y="14263"/>
                      </a:cubicBezTo>
                      <a:cubicBezTo>
                        <a:pt x="1813" y="15662"/>
                        <a:pt x="3243" y="16458"/>
                        <a:pt x="4719" y="16458"/>
                      </a:cubicBezTo>
                      <a:cubicBezTo>
                        <a:pt x="5356" y="16458"/>
                        <a:pt x="6002" y="16309"/>
                        <a:pt x="6605" y="15998"/>
                      </a:cubicBezTo>
                      <a:lnTo>
                        <a:pt x="20648" y="8959"/>
                      </a:lnTo>
                      <a:cubicBezTo>
                        <a:pt x="22950" y="7725"/>
                        <a:pt x="23850" y="4857"/>
                        <a:pt x="22616" y="2555"/>
                      </a:cubicBezTo>
                      <a:cubicBezTo>
                        <a:pt x="21781" y="930"/>
                        <a:pt x="20138" y="0"/>
                        <a:pt x="18429" y="0"/>
                      </a:cubicBezTo>
                      <a:close/>
                    </a:path>
                  </a:pathLst>
                </a:custGeom>
                <a:solidFill>
                  <a:srgbClr val="F6BC9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5"/>
                <p:cNvSpPr/>
                <p:nvPr/>
              </p:nvSpPr>
              <p:spPr>
                <a:xfrm>
                  <a:off x="3294200" y="4417775"/>
                  <a:ext cx="863975" cy="870650"/>
                </a:xfrm>
                <a:custGeom>
                  <a:rect b="b" l="l" r="r" t="t"/>
                  <a:pathLst>
                    <a:path extrusionOk="0" h="34826" w="34559">
                      <a:moveTo>
                        <a:pt x="10741" y="0"/>
                      </a:moveTo>
                      <a:lnTo>
                        <a:pt x="0" y="10541"/>
                      </a:lnTo>
                      <a:lnTo>
                        <a:pt x="23817" y="34825"/>
                      </a:lnTo>
                      <a:lnTo>
                        <a:pt x="34558" y="24284"/>
                      </a:lnTo>
                      <a:lnTo>
                        <a:pt x="107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15"/>
                <p:cNvSpPr/>
                <p:nvPr/>
              </p:nvSpPr>
              <p:spPr>
                <a:xfrm>
                  <a:off x="2352700" y="4537850"/>
                  <a:ext cx="1791300" cy="912350"/>
                </a:xfrm>
                <a:custGeom>
                  <a:rect b="b" l="l" r="r" t="t"/>
                  <a:pathLst>
                    <a:path extrusionOk="0" h="36494" w="71652">
                      <a:moveTo>
                        <a:pt x="40229" y="1"/>
                      </a:moveTo>
                      <a:lnTo>
                        <a:pt x="0" y="36494"/>
                      </a:lnTo>
                      <a:lnTo>
                        <a:pt x="59542" y="36494"/>
                      </a:lnTo>
                      <a:lnTo>
                        <a:pt x="71651" y="22717"/>
                      </a:lnTo>
                      <a:lnTo>
                        <a:pt x="40229" y="1"/>
                      </a:lnTo>
                      <a:close/>
                    </a:path>
                  </a:pathLst>
                </a:custGeom>
                <a:solidFill>
                  <a:srgbClr val="8CD8E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15"/>
                <p:cNvSpPr/>
                <p:nvPr/>
              </p:nvSpPr>
              <p:spPr>
                <a:xfrm>
                  <a:off x="4514225" y="4465675"/>
                  <a:ext cx="145125" cy="136050"/>
                </a:xfrm>
                <a:custGeom>
                  <a:rect b="b" l="l" r="r" t="t"/>
                  <a:pathLst>
                    <a:path extrusionOk="0" h="5442" w="5805">
                      <a:moveTo>
                        <a:pt x="2655" y="0"/>
                      </a:moveTo>
                      <a:cubicBezTo>
                        <a:pt x="2227" y="0"/>
                        <a:pt x="1793" y="115"/>
                        <a:pt x="1402" y="353"/>
                      </a:cubicBezTo>
                      <a:cubicBezTo>
                        <a:pt x="334" y="1053"/>
                        <a:pt x="1" y="2488"/>
                        <a:pt x="668" y="3588"/>
                      </a:cubicBezTo>
                      <a:lnTo>
                        <a:pt x="1168" y="4356"/>
                      </a:lnTo>
                      <a:cubicBezTo>
                        <a:pt x="1619" y="5065"/>
                        <a:pt x="2375" y="5442"/>
                        <a:pt x="3150" y="5442"/>
                      </a:cubicBezTo>
                      <a:cubicBezTo>
                        <a:pt x="3578" y="5442"/>
                        <a:pt x="4012" y="5327"/>
                        <a:pt x="4404" y="5089"/>
                      </a:cubicBezTo>
                      <a:cubicBezTo>
                        <a:pt x="5471" y="4389"/>
                        <a:pt x="5805" y="2955"/>
                        <a:pt x="5138" y="1887"/>
                      </a:cubicBezTo>
                      <a:lnTo>
                        <a:pt x="4637" y="1086"/>
                      </a:lnTo>
                      <a:cubicBezTo>
                        <a:pt x="4186" y="377"/>
                        <a:pt x="3430" y="0"/>
                        <a:pt x="2655" y="0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" name="Google Shape;144;p15"/>
                <p:cNvSpPr/>
                <p:nvPr/>
              </p:nvSpPr>
              <p:spPr>
                <a:xfrm>
                  <a:off x="4407475" y="4295950"/>
                  <a:ext cx="145125" cy="135725"/>
                </a:xfrm>
                <a:custGeom>
                  <a:rect b="b" l="l" r="r" t="t"/>
                  <a:pathLst>
                    <a:path extrusionOk="0" h="5429" w="5805">
                      <a:moveTo>
                        <a:pt x="2627" y="0"/>
                      </a:moveTo>
                      <a:cubicBezTo>
                        <a:pt x="2182" y="0"/>
                        <a:pt x="1733" y="130"/>
                        <a:pt x="1335" y="403"/>
                      </a:cubicBezTo>
                      <a:cubicBezTo>
                        <a:pt x="268" y="1137"/>
                        <a:pt x="1" y="2572"/>
                        <a:pt x="701" y="3639"/>
                      </a:cubicBezTo>
                      <a:lnTo>
                        <a:pt x="1235" y="4406"/>
                      </a:lnTo>
                      <a:cubicBezTo>
                        <a:pt x="1694" y="5074"/>
                        <a:pt x="2428" y="5429"/>
                        <a:pt x="3174" y="5429"/>
                      </a:cubicBezTo>
                      <a:cubicBezTo>
                        <a:pt x="3621" y="5429"/>
                        <a:pt x="4071" y="5302"/>
                        <a:pt x="4471" y="5040"/>
                      </a:cubicBezTo>
                      <a:cubicBezTo>
                        <a:pt x="5538" y="4306"/>
                        <a:pt x="5805" y="2839"/>
                        <a:pt x="5104" y="1804"/>
                      </a:cubicBezTo>
                      <a:lnTo>
                        <a:pt x="4571" y="1037"/>
                      </a:lnTo>
                      <a:cubicBezTo>
                        <a:pt x="4110" y="368"/>
                        <a:pt x="3375" y="0"/>
                        <a:pt x="2627" y="0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" name="Google Shape;145;p15"/>
                <p:cNvSpPr/>
                <p:nvPr/>
              </p:nvSpPr>
              <p:spPr>
                <a:xfrm>
                  <a:off x="4390800" y="4003175"/>
                  <a:ext cx="165150" cy="153725"/>
                </a:xfrm>
                <a:custGeom>
                  <a:rect b="b" l="l" r="r" t="t"/>
                  <a:pathLst>
                    <a:path extrusionOk="0" h="6149" w="6606">
                      <a:moveTo>
                        <a:pt x="3002" y="1"/>
                      </a:moveTo>
                      <a:cubicBezTo>
                        <a:pt x="2484" y="1"/>
                        <a:pt x="1961" y="154"/>
                        <a:pt x="1502" y="473"/>
                      </a:cubicBezTo>
                      <a:cubicBezTo>
                        <a:pt x="301" y="1307"/>
                        <a:pt x="1" y="2941"/>
                        <a:pt x="835" y="4142"/>
                      </a:cubicBezTo>
                      <a:lnTo>
                        <a:pt x="1435" y="5009"/>
                      </a:lnTo>
                      <a:cubicBezTo>
                        <a:pt x="1950" y="5751"/>
                        <a:pt x="2770" y="6149"/>
                        <a:pt x="3604" y="6149"/>
                      </a:cubicBezTo>
                      <a:cubicBezTo>
                        <a:pt x="4122" y="6149"/>
                        <a:pt x="4645" y="5996"/>
                        <a:pt x="5104" y="5677"/>
                      </a:cubicBezTo>
                      <a:cubicBezTo>
                        <a:pt x="6305" y="4843"/>
                        <a:pt x="6605" y="3208"/>
                        <a:pt x="5771" y="2007"/>
                      </a:cubicBezTo>
                      <a:lnTo>
                        <a:pt x="5171" y="1140"/>
                      </a:lnTo>
                      <a:cubicBezTo>
                        <a:pt x="4656" y="399"/>
                        <a:pt x="3837" y="1"/>
                        <a:pt x="3002" y="1"/>
                      </a:cubicBezTo>
                      <a:close/>
                    </a:path>
                  </a:pathLst>
                </a:custGeom>
                <a:solidFill>
                  <a:srgbClr val="F08F5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15"/>
                <p:cNvSpPr/>
                <p:nvPr/>
              </p:nvSpPr>
              <p:spPr>
                <a:xfrm>
                  <a:off x="4344100" y="3043450"/>
                  <a:ext cx="259375" cy="212675"/>
                </a:xfrm>
                <a:custGeom>
                  <a:rect b="b" l="l" r="r" t="t"/>
                  <a:pathLst>
                    <a:path extrusionOk="0" h="8507" w="10375">
                      <a:moveTo>
                        <a:pt x="1602" y="1"/>
                      </a:moveTo>
                      <a:lnTo>
                        <a:pt x="1" y="2302"/>
                      </a:lnTo>
                      <a:lnTo>
                        <a:pt x="1" y="8507"/>
                      </a:lnTo>
                      <a:lnTo>
                        <a:pt x="10375" y="8507"/>
                      </a:lnTo>
                      <a:lnTo>
                        <a:pt x="10375" y="2302"/>
                      </a:lnTo>
                      <a:lnTo>
                        <a:pt x="8774" y="1"/>
                      </a:lnTo>
                      <a:close/>
                    </a:path>
                  </a:pathLst>
                </a:custGeom>
                <a:solidFill>
                  <a:srgbClr val="1C5F5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" name="Google Shape;147;p15"/>
                <p:cNvSpPr/>
                <p:nvPr/>
              </p:nvSpPr>
              <p:spPr>
                <a:xfrm>
                  <a:off x="4435825" y="3043450"/>
                  <a:ext cx="75925" cy="94275"/>
                </a:xfrm>
                <a:custGeom>
                  <a:rect b="b" l="l" r="r" t="t"/>
                  <a:pathLst>
                    <a:path extrusionOk="0" h="3771" w="3037">
                      <a:moveTo>
                        <a:pt x="1" y="1"/>
                      </a:moveTo>
                      <a:lnTo>
                        <a:pt x="1" y="3770"/>
                      </a:lnTo>
                      <a:lnTo>
                        <a:pt x="3036" y="3770"/>
                      </a:lnTo>
                      <a:lnTo>
                        <a:pt x="303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15"/>
                <p:cNvSpPr/>
                <p:nvPr/>
              </p:nvSpPr>
              <p:spPr>
                <a:xfrm>
                  <a:off x="4179825" y="3366175"/>
                  <a:ext cx="570425" cy="330275"/>
                </a:xfrm>
                <a:custGeom>
                  <a:rect b="b" l="l" r="r" t="t"/>
                  <a:pathLst>
                    <a:path extrusionOk="0" h="13211" w="22817">
                      <a:moveTo>
                        <a:pt x="1201" y="1"/>
                      </a:moveTo>
                      <a:cubicBezTo>
                        <a:pt x="534" y="1"/>
                        <a:pt x="0" y="501"/>
                        <a:pt x="0" y="1168"/>
                      </a:cubicBezTo>
                      <a:lnTo>
                        <a:pt x="0" y="12043"/>
                      </a:lnTo>
                      <a:cubicBezTo>
                        <a:pt x="0" y="12710"/>
                        <a:pt x="534" y="13210"/>
                        <a:pt x="1201" y="13210"/>
                      </a:cubicBezTo>
                      <a:lnTo>
                        <a:pt x="21649" y="13210"/>
                      </a:lnTo>
                      <a:cubicBezTo>
                        <a:pt x="22316" y="13210"/>
                        <a:pt x="22817" y="12710"/>
                        <a:pt x="22817" y="12043"/>
                      </a:cubicBezTo>
                      <a:lnTo>
                        <a:pt x="22817" y="1168"/>
                      </a:lnTo>
                      <a:cubicBezTo>
                        <a:pt x="22817" y="501"/>
                        <a:pt x="22316" y="1"/>
                        <a:pt x="21649" y="1"/>
                      </a:cubicBezTo>
                      <a:close/>
                    </a:path>
                  </a:pathLst>
                </a:custGeom>
                <a:solidFill>
                  <a:srgbClr val="53A2B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5"/>
                <p:cNvSpPr/>
                <p:nvPr/>
              </p:nvSpPr>
              <p:spPr>
                <a:xfrm>
                  <a:off x="4199000" y="3385375"/>
                  <a:ext cx="532900" cy="292725"/>
                </a:xfrm>
                <a:custGeom>
                  <a:rect b="b" l="l" r="r" t="t"/>
                  <a:pathLst>
                    <a:path extrusionOk="0" h="11709" w="21316">
                      <a:moveTo>
                        <a:pt x="1068" y="0"/>
                      </a:moveTo>
                      <a:cubicBezTo>
                        <a:pt x="468" y="0"/>
                        <a:pt x="1" y="467"/>
                        <a:pt x="1" y="1068"/>
                      </a:cubicBezTo>
                      <a:lnTo>
                        <a:pt x="1" y="10608"/>
                      </a:lnTo>
                      <a:cubicBezTo>
                        <a:pt x="1" y="11208"/>
                        <a:pt x="468" y="11709"/>
                        <a:pt x="1068" y="11709"/>
                      </a:cubicBezTo>
                      <a:lnTo>
                        <a:pt x="20248" y="11709"/>
                      </a:lnTo>
                      <a:cubicBezTo>
                        <a:pt x="20849" y="11709"/>
                        <a:pt x="21316" y="11208"/>
                        <a:pt x="21316" y="10608"/>
                      </a:cubicBezTo>
                      <a:lnTo>
                        <a:pt x="21316" y="1068"/>
                      </a:lnTo>
                      <a:cubicBezTo>
                        <a:pt x="21316" y="467"/>
                        <a:pt x="20849" y="0"/>
                        <a:pt x="20248" y="0"/>
                      </a:cubicBezTo>
                      <a:close/>
                    </a:path>
                  </a:pathLst>
                </a:custGeom>
                <a:solidFill>
                  <a:srgbClr val="F6EFE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15"/>
                <p:cNvSpPr/>
                <p:nvPr/>
              </p:nvSpPr>
              <p:spPr>
                <a:xfrm>
                  <a:off x="4277400" y="3428725"/>
                  <a:ext cx="27525" cy="99275"/>
                </a:xfrm>
                <a:custGeom>
                  <a:rect b="b" l="l" r="r" t="t"/>
                  <a:pathLst>
                    <a:path extrusionOk="0" h="3971" w="1101">
                      <a:moveTo>
                        <a:pt x="534" y="1"/>
                      </a:moveTo>
                      <a:cubicBezTo>
                        <a:pt x="234" y="1"/>
                        <a:pt x="0" y="234"/>
                        <a:pt x="0" y="534"/>
                      </a:cubicBezTo>
                      <a:lnTo>
                        <a:pt x="0" y="3403"/>
                      </a:lnTo>
                      <a:cubicBezTo>
                        <a:pt x="0" y="3703"/>
                        <a:pt x="234" y="3970"/>
                        <a:pt x="534" y="3970"/>
                      </a:cubicBezTo>
                      <a:cubicBezTo>
                        <a:pt x="867" y="3970"/>
                        <a:pt x="1101" y="3703"/>
                        <a:pt x="1101" y="3403"/>
                      </a:cubicBezTo>
                      <a:lnTo>
                        <a:pt x="1101" y="534"/>
                      </a:lnTo>
                      <a:cubicBezTo>
                        <a:pt x="1101" y="234"/>
                        <a:pt x="867" y="1"/>
                        <a:pt x="534" y="1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" name="Google Shape;151;p15"/>
                <p:cNvSpPr/>
                <p:nvPr/>
              </p:nvSpPr>
              <p:spPr>
                <a:xfrm>
                  <a:off x="4277400" y="3539650"/>
                  <a:ext cx="27525" cy="99250"/>
                </a:xfrm>
                <a:custGeom>
                  <a:rect b="b" l="l" r="r" t="t"/>
                  <a:pathLst>
                    <a:path extrusionOk="0" h="3970" w="1101">
                      <a:moveTo>
                        <a:pt x="534" y="0"/>
                      </a:moveTo>
                      <a:cubicBezTo>
                        <a:pt x="234" y="0"/>
                        <a:pt x="0" y="234"/>
                        <a:pt x="0" y="567"/>
                      </a:cubicBezTo>
                      <a:lnTo>
                        <a:pt x="0" y="3403"/>
                      </a:lnTo>
                      <a:cubicBezTo>
                        <a:pt x="0" y="3703"/>
                        <a:pt x="234" y="3970"/>
                        <a:pt x="534" y="3970"/>
                      </a:cubicBezTo>
                      <a:cubicBezTo>
                        <a:pt x="867" y="3970"/>
                        <a:pt x="1101" y="3703"/>
                        <a:pt x="1101" y="3403"/>
                      </a:cubicBezTo>
                      <a:lnTo>
                        <a:pt x="1101" y="567"/>
                      </a:lnTo>
                      <a:cubicBezTo>
                        <a:pt x="1101" y="234"/>
                        <a:pt x="867" y="0"/>
                        <a:pt x="534" y="0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15"/>
                <p:cNvSpPr/>
                <p:nvPr/>
              </p:nvSpPr>
              <p:spPr>
                <a:xfrm>
                  <a:off x="4485875" y="3428725"/>
                  <a:ext cx="27550" cy="99275"/>
                </a:xfrm>
                <a:custGeom>
                  <a:rect b="b" l="l" r="r" t="t"/>
                  <a:pathLst>
                    <a:path extrusionOk="0" h="3971" w="1102">
                      <a:moveTo>
                        <a:pt x="534" y="1"/>
                      </a:moveTo>
                      <a:cubicBezTo>
                        <a:pt x="234" y="1"/>
                        <a:pt x="0" y="234"/>
                        <a:pt x="0" y="534"/>
                      </a:cubicBezTo>
                      <a:lnTo>
                        <a:pt x="0" y="3403"/>
                      </a:lnTo>
                      <a:cubicBezTo>
                        <a:pt x="0" y="3703"/>
                        <a:pt x="234" y="3970"/>
                        <a:pt x="534" y="3970"/>
                      </a:cubicBezTo>
                      <a:cubicBezTo>
                        <a:pt x="834" y="3970"/>
                        <a:pt x="1101" y="3703"/>
                        <a:pt x="1101" y="3403"/>
                      </a:cubicBezTo>
                      <a:lnTo>
                        <a:pt x="1101" y="534"/>
                      </a:lnTo>
                      <a:cubicBezTo>
                        <a:pt x="1101" y="234"/>
                        <a:pt x="834" y="1"/>
                        <a:pt x="534" y="1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15"/>
                <p:cNvSpPr/>
                <p:nvPr/>
              </p:nvSpPr>
              <p:spPr>
                <a:xfrm>
                  <a:off x="4485875" y="3539650"/>
                  <a:ext cx="27550" cy="99250"/>
                </a:xfrm>
                <a:custGeom>
                  <a:rect b="b" l="l" r="r" t="t"/>
                  <a:pathLst>
                    <a:path extrusionOk="0" h="3970" w="1102">
                      <a:moveTo>
                        <a:pt x="534" y="0"/>
                      </a:moveTo>
                      <a:cubicBezTo>
                        <a:pt x="234" y="0"/>
                        <a:pt x="0" y="234"/>
                        <a:pt x="0" y="567"/>
                      </a:cubicBezTo>
                      <a:lnTo>
                        <a:pt x="0" y="3403"/>
                      </a:lnTo>
                      <a:cubicBezTo>
                        <a:pt x="0" y="3703"/>
                        <a:pt x="234" y="3970"/>
                        <a:pt x="534" y="3970"/>
                      </a:cubicBezTo>
                      <a:cubicBezTo>
                        <a:pt x="834" y="3970"/>
                        <a:pt x="1101" y="3703"/>
                        <a:pt x="1101" y="3403"/>
                      </a:cubicBezTo>
                      <a:lnTo>
                        <a:pt x="1101" y="567"/>
                      </a:lnTo>
                      <a:cubicBezTo>
                        <a:pt x="1101" y="234"/>
                        <a:pt x="834" y="0"/>
                        <a:pt x="534" y="0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" name="Google Shape;154;p15"/>
                <p:cNvSpPr/>
                <p:nvPr/>
              </p:nvSpPr>
              <p:spPr>
                <a:xfrm>
                  <a:off x="4358275" y="3539650"/>
                  <a:ext cx="27550" cy="99250"/>
                </a:xfrm>
                <a:custGeom>
                  <a:rect b="b" l="l" r="r" t="t"/>
                  <a:pathLst>
                    <a:path extrusionOk="0" h="3970" w="1102">
                      <a:moveTo>
                        <a:pt x="568" y="0"/>
                      </a:moveTo>
                      <a:cubicBezTo>
                        <a:pt x="234" y="0"/>
                        <a:pt x="1" y="234"/>
                        <a:pt x="1" y="567"/>
                      </a:cubicBezTo>
                      <a:lnTo>
                        <a:pt x="1" y="3403"/>
                      </a:lnTo>
                      <a:cubicBezTo>
                        <a:pt x="1" y="3703"/>
                        <a:pt x="234" y="3970"/>
                        <a:pt x="568" y="3970"/>
                      </a:cubicBezTo>
                      <a:cubicBezTo>
                        <a:pt x="868" y="3970"/>
                        <a:pt x="1102" y="3703"/>
                        <a:pt x="1102" y="3403"/>
                      </a:cubicBezTo>
                      <a:lnTo>
                        <a:pt x="1102" y="567"/>
                      </a:lnTo>
                      <a:cubicBezTo>
                        <a:pt x="1102" y="234"/>
                        <a:pt x="868" y="0"/>
                        <a:pt x="568" y="0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5"/>
                <p:cNvSpPr/>
                <p:nvPr/>
              </p:nvSpPr>
              <p:spPr>
                <a:xfrm>
                  <a:off x="4358275" y="3428725"/>
                  <a:ext cx="27550" cy="99275"/>
                </a:xfrm>
                <a:custGeom>
                  <a:rect b="b" l="l" r="r" t="t"/>
                  <a:pathLst>
                    <a:path extrusionOk="0" h="3971" w="1102">
                      <a:moveTo>
                        <a:pt x="568" y="1"/>
                      </a:moveTo>
                      <a:cubicBezTo>
                        <a:pt x="234" y="1"/>
                        <a:pt x="1" y="234"/>
                        <a:pt x="1" y="534"/>
                      </a:cubicBezTo>
                      <a:lnTo>
                        <a:pt x="1" y="3403"/>
                      </a:lnTo>
                      <a:cubicBezTo>
                        <a:pt x="1" y="3703"/>
                        <a:pt x="234" y="3970"/>
                        <a:pt x="568" y="3970"/>
                      </a:cubicBezTo>
                      <a:cubicBezTo>
                        <a:pt x="868" y="3970"/>
                        <a:pt x="1102" y="3703"/>
                        <a:pt x="1102" y="3403"/>
                      </a:cubicBezTo>
                      <a:lnTo>
                        <a:pt x="1102" y="534"/>
                      </a:lnTo>
                      <a:cubicBezTo>
                        <a:pt x="1102" y="234"/>
                        <a:pt x="868" y="1"/>
                        <a:pt x="568" y="1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5"/>
                <p:cNvSpPr/>
                <p:nvPr/>
              </p:nvSpPr>
              <p:spPr>
                <a:xfrm>
                  <a:off x="4385800" y="3624700"/>
                  <a:ext cx="99275" cy="28375"/>
                </a:xfrm>
                <a:custGeom>
                  <a:rect b="b" l="l" r="r" t="t"/>
                  <a:pathLst>
                    <a:path extrusionOk="0" h="1135" w="3971">
                      <a:moveTo>
                        <a:pt x="568" y="1"/>
                      </a:moveTo>
                      <a:cubicBezTo>
                        <a:pt x="267" y="1"/>
                        <a:pt x="1" y="267"/>
                        <a:pt x="1" y="568"/>
                      </a:cubicBezTo>
                      <a:cubicBezTo>
                        <a:pt x="1" y="868"/>
                        <a:pt x="267" y="1135"/>
                        <a:pt x="568" y="1135"/>
                      </a:cubicBezTo>
                      <a:lnTo>
                        <a:pt x="3436" y="1135"/>
                      </a:lnTo>
                      <a:cubicBezTo>
                        <a:pt x="3737" y="1135"/>
                        <a:pt x="3970" y="868"/>
                        <a:pt x="3970" y="568"/>
                      </a:cubicBezTo>
                      <a:cubicBezTo>
                        <a:pt x="3970" y="267"/>
                        <a:pt x="3737" y="1"/>
                        <a:pt x="3436" y="1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4385800" y="3409550"/>
                  <a:ext cx="99275" cy="28375"/>
                </a:xfrm>
                <a:custGeom>
                  <a:rect b="b" l="l" r="r" t="t"/>
                  <a:pathLst>
                    <a:path extrusionOk="0" h="1135" w="3971">
                      <a:moveTo>
                        <a:pt x="568" y="0"/>
                      </a:moveTo>
                      <a:cubicBezTo>
                        <a:pt x="267" y="0"/>
                        <a:pt x="1" y="267"/>
                        <a:pt x="1" y="568"/>
                      </a:cubicBezTo>
                      <a:cubicBezTo>
                        <a:pt x="1" y="868"/>
                        <a:pt x="267" y="1135"/>
                        <a:pt x="568" y="1135"/>
                      </a:cubicBezTo>
                      <a:lnTo>
                        <a:pt x="3436" y="1135"/>
                      </a:lnTo>
                      <a:cubicBezTo>
                        <a:pt x="3737" y="1135"/>
                        <a:pt x="3970" y="868"/>
                        <a:pt x="3970" y="568"/>
                      </a:cubicBezTo>
                      <a:cubicBezTo>
                        <a:pt x="3970" y="267"/>
                        <a:pt x="3737" y="0"/>
                        <a:pt x="3436" y="0"/>
                      </a:cubicBezTo>
                      <a:close/>
                    </a:path>
                  </a:pathLst>
                </a:custGeom>
                <a:solidFill>
                  <a:srgbClr val="103C6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4384125" y="2676525"/>
                  <a:ext cx="179325" cy="313575"/>
                </a:xfrm>
                <a:custGeom>
                  <a:rect b="b" l="l" r="r" t="t"/>
                  <a:pathLst>
                    <a:path extrusionOk="0" h="12543" w="7173">
                      <a:moveTo>
                        <a:pt x="3603" y="0"/>
                      </a:moveTo>
                      <a:cubicBezTo>
                        <a:pt x="3603" y="0"/>
                        <a:pt x="1" y="6939"/>
                        <a:pt x="1" y="8940"/>
                      </a:cubicBezTo>
                      <a:cubicBezTo>
                        <a:pt x="1" y="10942"/>
                        <a:pt x="1602" y="12543"/>
                        <a:pt x="3603" y="12543"/>
                      </a:cubicBezTo>
                      <a:cubicBezTo>
                        <a:pt x="5571" y="12543"/>
                        <a:pt x="7173" y="10942"/>
                        <a:pt x="7173" y="8940"/>
                      </a:cubicBezTo>
                      <a:cubicBezTo>
                        <a:pt x="7173" y="6939"/>
                        <a:pt x="3603" y="0"/>
                        <a:pt x="3603" y="0"/>
                      </a:cubicBezTo>
                      <a:close/>
                    </a:path>
                  </a:pathLst>
                </a:custGeom>
                <a:solidFill>
                  <a:srgbClr val="FE51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15"/>
                <p:cNvSpPr/>
                <p:nvPr/>
              </p:nvSpPr>
              <p:spPr>
                <a:xfrm>
                  <a:off x="4455025" y="2747400"/>
                  <a:ext cx="12525" cy="26725"/>
                </a:xfrm>
                <a:custGeom>
                  <a:rect b="b" l="l" r="r" t="t"/>
                  <a:pathLst>
                    <a:path extrusionOk="0" fill="none" h="1069" w="501">
                      <a:moveTo>
                        <a:pt x="0" y="1068"/>
                      </a:moveTo>
                      <a:cubicBezTo>
                        <a:pt x="300" y="434"/>
                        <a:pt x="501" y="1"/>
                        <a:pt x="501" y="1"/>
                      </a:cubicBezTo>
                    </a:path>
                  </a:pathLst>
                </a:custGeom>
                <a:solidFill>
                  <a:srgbClr val="F6EFE4"/>
                </a:solidFill>
                <a:ln cap="rnd" cmpd="sng" w="208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" name="Google Shape;160;p15"/>
                <p:cNvSpPr/>
                <p:nvPr/>
              </p:nvSpPr>
              <p:spPr>
                <a:xfrm>
                  <a:off x="4412475" y="2829975"/>
                  <a:ext cx="19225" cy="102600"/>
                </a:xfrm>
                <a:custGeom>
                  <a:rect b="b" l="l" r="r" t="t"/>
                  <a:pathLst>
                    <a:path extrusionOk="0" fill="none" h="4104" w="769">
                      <a:moveTo>
                        <a:pt x="501" y="4103"/>
                      </a:moveTo>
                      <a:cubicBezTo>
                        <a:pt x="168" y="3703"/>
                        <a:pt x="1" y="3169"/>
                        <a:pt x="1" y="2635"/>
                      </a:cubicBezTo>
                      <a:cubicBezTo>
                        <a:pt x="134" y="1735"/>
                        <a:pt x="368" y="834"/>
                        <a:pt x="768" y="0"/>
                      </a:cubicBezTo>
                    </a:path>
                  </a:pathLst>
                </a:custGeom>
                <a:solidFill>
                  <a:srgbClr val="F6EFE4"/>
                </a:solidFill>
                <a:ln cap="rnd" cmpd="sng" w="208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1" name="Google Shape;161;p15"/>
              <p:cNvSpPr/>
              <p:nvPr/>
            </p:nvSpPr>
            <p:spPr>
              <a:xfrm>
                <a:off x="1902918" y="3402800"/>
                <a:ext cx="511675" cy="976825"/>
              </a:xfrm>
              <a:custGeom>
                <a:rect b="b" l="l" r="r" t="t"/>
                <a:pathLst>
                  <a:path extrusionOk="0" h="39073" w="20467">
                    <a:moveTo>
                      <a:pt x="20467" y="0"/>
                    </a:moveTo>
                    <a:cubicBezTo>
                      <a:pt x="18038" y="1762"/>
                      <a:pt x="9116" y="8255"/>
                      <a:pt x="5893" y="10573"/>
                    </a:cubicBezTo>
                    <a:cubicBezTo>
                      <a:pt x="2670" y="12891"/>
                      <a:pt x="2099" y="12970"/>
                      <a:pt x="1131" y="13907"/>
                    </a:cubicBezTo>
                    <a:cubicBezTo>
                      <a:pt x="163" y="14844"/>
                      <a:pt x="210" y="15352"/>
                      <a:pt x="83" y="16193"/>
                    </a:cubicBezTo>
                    <a:cubicBezTo>
                      <a:pt x="-44" y="17034"/>
                      <a:pt x="4" y="18161"/>
                      <a:pt x="369" y="18955"/>
                    </a:cubicBezTo>
                    <a:cubicBezTo>
                      <a:pt x="734" y="19749"/>
                      <a:pt x="1496" y="20574"/>
                      <a:pt x="2274" y="20955"/>
                    </a:cubicBezTo>
                    <a:cubicBezTo>
                      <a:pt x="3052" y="21336"/>
                      <a:pt x="3560" y="21733"/>
                      <a:pt x="5036" y="21241"/>
                    </a:cubicBezTo>
                    <a:cubicBezTo>
                      <a:pt x="6512" y="20749"/>
                      <a:pt x="10624" y="18162"/>
                      <a:pt x="11132" y="18003"/>
                    </a:cubicBezTo>
                    <a:cubicBezTo>
                      <a:pt x="11640" y="17844"/>
                      <a:pt x="9513" y="19226"/>
                      <a:pt x="8084" y="20289"/>
                    </a:cubicBezTo>
                    <a:cubicBezTo>
                      <a:pt x="6655" y="21353"/>
                      <a:pt x="3782" y="23289"/>
                      <a:pt x="2560" y="24384"/>
                    </a:cubicBezTo>
                    <a:cubicBezTo>
                      <a:pt x="1338" y="25479"/>
                      <a:pt x="1052" y="25956"/>
                      <a:pt x="750" y="26861"/>
                    </a:cubicBezTo>
                    <a:cubicBezTo>
                      <a:pt x="448" y="27766"/>
                      <a:pt x="448" y="28957"/>
                      <a:pt x="750" y="29814"/>
                    </a:cubicBezTo>
                    <a:cubicBezTo>
                      <a:pt x="1052" y="30671"/>
                      <a:pt x="1703" y="31687"/>
                      <a:pt x="2560" y="32004"/>
                    </a:cubicBezTo>
                    <a:cubicBezTo>
                      <a:pt x="3417" y="32322"/>
                      <a:pt x="4068" y="32529"/>
                      <a:pt x="5893" y="31719"/>
                    </a:cubicBezTo>
                    <a:cubicBezTo>
                      <a:pt x="7719" y="30910"/>
                      <a:pt x="11465" y="28370"/>
                      <a:pt x="13513" y="27147"/>
                    </a:cubicBezTo>
                    <a:cubicBezTo>
                      <a:pt x="15561" y="25925"/>
                      <a:pt x="19499" y="23527"/>
                      <a:pt x="18181" y="24384"/>
                    </a:cubicBezTo>
                    <a:cubicBezTo>
                      <a:pt x="16864" y="25241"/>
                      <a:pt x="7783" y="30115"/>
                      <a:pt x="5608" y="32290"/>
                    </a:cubicBezTo>
                    <a:cubicBezTo>
                      <a:pt x="3433" y="34465"/>
                      <a:pt x="4782" y="36307"/>
                      <a:pt x="5131" y="37434"/>
                    </a:cubicBezTo>
                    <a:cubicBezTo>
                      <a:pt x="5480" y="38561"/>
                      <a:pt x="6528" y="38974"/>
                      <a:pt x="7703" y="39053"/>
                    </a:cubicBezTo>
                    <a:cubicBezTo>
                      <a:pt x="8878" y="39132"/>
                      <a:pt x="10339" y="38640"/>
                      <a:pt x="12180" y="37910"/>
                    </a:cubicBezTo>
                    <a:cubicBezTo>
                      <a:pt x="14022" y="37180"/>
                      <a:pt x="17657" y="35211"/>
                      <a:pt x="18752" y="34671"/>
                    </a:cubicBezTo>
                  </a:path>
                </a:pathLst>
              </a:custGeom>
              <a:noFill/>
              <a:ln cap="flat" cmpd="sng" w="19050">
                <a:solidFill>
                  <a:srgbClr val="F08F5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2" name="Google Shape;162;p15"/>
              <p:cNvSpPr/>
              <p:nvPr/>
            </p:nvSpPr>
            <p:spPr>
              <a:xfrm>
                <a:off x="1402550" y="3481400"/>
                <a:ext cx="202000" cy="595300"/>
              </a:xfrm>
              <a:custGeom>
                <a:rect b="b" l="l" r="r" t="t"/>
                <a:pathLst>
                  <a:path extrusionOk="0" h="23812" w="8080">
                    <a:moveTo>
                      <a:pt x="8001" y="0"/>
                    </a:moveTo>
                    <a:cubicBezTo>
                      <a:pt x="8001" y="635"/>
                      <a:pt x="8160" y="1207"/>
                      <a:pt x="8001" y="3810"/>
                    </a:cubicBezTo>
                    <a:cubicBezTo>
                      <a:pt x="7842" y="6414"/>
                      <a:pt x="7827" y="12621"/>
                      <a:pt x="7049" y="15621"/>
                    </a:cubicBezTo>
                    <a:cubicBezTo>
                      <a:pt x="6271" y="18621"/>
                      <a:pt x="4509" y="20447"/>
                      <a:pt x="3334" y="21812"/>
                    </a:cubicBezTo>
                    <a:cubicBezTo>
                      <a:pt x="2159" y="23177"/>
                      <a:pt x="556" y="23479"/>
                      <a:pt x="0" y="23812"/>
                    </a:cubicBezTo>
                  </a:path>
                </a:pathLst>
              </a:custGeom>
              <a:noFill/>
              <a:ln cap="flat" cmpd="sng" w="19050">
                <a:solidFill>
                  <a:srgbClr val="F08F5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63" name="Google Shape;163;p15"/>
            <p:cNvSpPr/>
            <p:nvPr/>
          </p:nvSpPr>
          <p:spPr>
            <a:xfrm>
              <a:off x="2093127" y="704844"/>
              <a:ext cx="195250" cy="452450"/>
            </a:xfrm>
            <a:custGeom>
              <a:rect b="b" l="l" r="r" t="t"/>
              <a:pathLst>
                <a:path extrusionOk="0" h="18098" w="7810">
                  <a:moveTo>
                    <a:pt x="7810" y="18098"/>
                  </a:moveTo>
                  <a:cubicBezTo>
                    <a:pt x="7540" y="17844"/>
                    <a:pt x="6810" y="17241"/>
                    <a:pt x="6191" y="16574"/>
                  </a:cubicBezTo>
                  <a:cubicBezTo>
                    <a:pt x="5572" y="15907"/>
                    <a:pt x="4841" y="15208"/>
                    <a:pt x="4095" y="14097"/>
                  </a:cubicBezTo>
                  <a:cubicBezTo>
                    <a:pt x="3349" y="12986"/>
                    <a:pt x="2286" y="11081"/>
                    <a:pt x="1714" y="9906"/>
                  </a:cubicBezTo>
                  <a:cubicBezTo>
                    <a:pt x="1143" y="8731"/>
                    <a:pt x="936" y="8240"/>
                    <a:pt x="666" y="7049"/>
                  </a:cubicBezTo>
                  <a:cubicBezTo>
                    <a:pt x="396" y="5859"/>
                    <a:pt x="190" y="3938"/>
                    <a:pt x="95" y="2763"/>
                  </a:cubicBezTo>
                  <a:cubicBezTo>
                    <a:pt x="0" y="1588"/>
                    <a:pt x="95" y="461"/>
                    <a:pt x="95" y="0"/>
                  </a:cubicBezTo>
                </a:path>
              </a:pathLst>
            </a:custGeom>
            <a:noFill/>
            <a:ln cap="flat" cmpd="sng" w="19050">
              <a:solidFill>
                <a:srgbClr val="F08F5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4" name="Google Shape;164;p15"/>
            <p:cNvSpPr/>
            <p:nvPr/>
          </p:nvSpPr>
          <p:spPr>
            <a:xfrm>
              <a:off x="1224994" y="1121575"/>
              <a:ext cx="718100" cy="655325"/>
            </a:xfrm>
            <a:custGeom>
              <a:rect b="b" l="l" r="r" t="t"/>
              <a:pathLst>
                <a:path extrusionOk="0" h="26213" w="28724">
                  <a:moveTo>
                    <a:pt x="3483" y="0"/>
                  </a:moveTo>
                  <a:cubicBezTo>
                    <a:pt x="2991" y="1381"/>
                    <a:pt x="1102" y="6287"/>
                    <a:pt x="530" y="8287"/>
                  </a:cubicBezTo>
                  <a:cubicBezTo>
                    <a:pt x="-41" y="10287"/>
                    <a:pt x="-57" y="10953"/>
                    <a:pt x="54" y="12001"/>
                  </a:cubicBezTo>
                  <a:cubicBezTo>
                    <a:pt x="165" y="13049"/>
                    <a:pt x="594" y="13938"/>
                    <a:pt x="1197" y="14573"/>
                  </a:cubicBezTo>
                  <a:cubicBezTo>
                    <a:pt x="1800" y="15208"/>
                    <a:pt x="2816" y="15621"/>
                    <a:pt x="3673" y="15811"/>
                  </a:cubicBezTo>
                  <a:cubicBezTo>
                    <a:pt x="4530" y="16002"/>
                    <a:pt x="5467" y="16161"/>
                    <a:pt x="6340" y="15716"/>
                  </a:cubicBezTo>
                  <a:cubicBezTo>
                    <a:pt x="7213" y="15272"/>
                    <a:pt x="8579" y="12985"/>
                    <a:pt x="8912" y="13144"/>
                  </a:cubicBezTo>
                  <a:cubicBezTo>
                    <a:pt x="9246" y="13303"/>
                    <a:pt x="8246" y="15590"/>
                    <a:pt x="8341" y="16669"/>
                  </a:cubicBezTo>
                  <a:cubicBezTo>
                    <a:pt x="8436" y="17749"/>
                    <a:pt x="8738" y="18859"/>
                    <a:pt x="9484" y="19621"/>
                  </a:cubicBezTo>
                  <a:cubicBezTo>
                    <a:pt x="10230" y="20383"/>
                    <a:pt x="11738" y="21130"/>
                    <a:pt x="12817" y="21241"/>
                  </a:cubicBezTo>
                  <a:cubicBezTo>
                    <a:pt x="13897" y="21352"/>
                    <a:pt x="15151" y="20876"/>
                    <a:pt x="15961" y="20288"/>
                  </a:cubicBezTo>
                  <a:cubicBezTo>
                    <a:pt x="16771" y="19701"/>
                    <a:pt x="17485" y="17446"/>
                    <a:pt x="17675" y="17716"/>
                  </a:cubicBezTo>
                  <a:cubicBezTo>
                    <a:pt x="17866" y="17986"/>
                    <a:pt x="16898" y="20701"/>
                    <a:pt x="17104" y="21907"/>
                  </a:cubicBezTo>
                  <a:cubicBezTo>
                    <a:pt x="17310" y="23114"/>
                    <a:pt x="18008" y="24241"/>
                    <a:pt x="18913" y="24955"/>
                  </a:cubicBezTo>
                  <a:cubicBezTo>
                    <a:pt x="19818" y="25670"/>
                    <a:pt x="21295" y="26337"/>
                    <a:pt x="22533" y="26194"/>
                  </a:cubicBezTo>
                  <a:cubicBezTo>
                    <a:pt x="23771" y="26051"/>
                    <a:pt x="25565" y="25130"/>
                    <a:pt x="26343" y="24098"/>
                  </a:cubicBezTo>
                  <a:cubicBezTo>
                    <a:pt x="27121" y="23066"/>
                    <a:pt x="26803" y="23177"/>
                    <a:pt x="27200" y="20002"/>
                  </a:cubicBezTo>
                  <a:cubicBezTo>
                    <a:pt x="27597" y="16827"/>
                    <a:pt x="28470" y="7540"/>
                    <a:pt x="28724" y="5048"/>
                  </a:cubicBezTo>
                </a:path>
              </a:pathLst>
            </a:custGeom>
            <a:noFill/>
            <a:ln cap="flat" cmpd="sng" w="19050">
              <a:solidFill>
                <a:srgbClr val="F08F5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65" name="Google Shape;165;p15"/>
          <p:cNvGrpSpPr/>
          <p:nvPr/>
        </p:nvGrpSpPr>
        <p:grpSpPr>
          <a:xfrm>
            <a:off x="2122263" y="3137138"/>
            <a:ext cx="155150" cy="243525"/>
            <a:chOff x="4358275" y="3409550"/>
            <a:chExt cx="155150" cy="243525"/>
          </a:xfrm>
        </p:grpSpPr>
        <p:sp>
          <p:nvSpPr>
            <p:cNvPr id="166" name="Google Shape;166;p15"/>
            <p:cNvSpPr/>
            <p:nvPr/>
          </p:nvSpPr>
          <p:spPr>
            <a:xfrm>
              <a:off x="4485875" y="3428725"/>
              <a:ext cx="27550" cy="99275"/>
            </a:xfrm>
            <a:custGeom>
              <a:rect b="b" l="l" r="r" t="t"/>
              <a:pathLst>
                <a:path extrusionOk="0" h="3971" w="1102">
                  <a:moveTo>
                    <a:pt x="534" y="1"/>
                  </a:moveTo>
                  <a:cubicBezTo>
                    <a:pt x="234" y="1"/>
                    <a:pt x="0" y="234"/>
                    <a:pt x="0" y="534"/>
                  </a:cubicBezTo>
                  <a:lnTo>
                    <a:pt x="0" y="3403"/>
                  </a:lnTo>
                  <a:cubicBezTo>
                    <a:pt x="0" y="3703"/>
                    <a:pt x="234" y="3970"/>
                    <a:pt x="534" y="3970"/>
                  </a:cubicBezTo>
                  <a:cubicBezTo>
                    <a:pt x="834" y="3970"/>
                    <a:pt x="1101" y="3703"/>
                    <a:pt x="1101" y="3403"/>
                  </a:cubicBezTo>
                  <a:lnTo>
                    <a:pt x="1101" y="534"/>
                  </a:lnTo>
                  <a:cubicBezTo>
                    <a:pt x="1101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4485875" y="3539650"/>
              <a:ext cx="27550" cy="99250"/>
            </a:xfrm>
            <a:custGeom>
              <a:rect b="b" l="l" r="r" t="t"/>
              <a:pathLst>
                <a:path extrusionOk="0" h="3970" w="1102">
                  <a:moveTo>
                    <a:pt x="534" y="0"/>
                  </a:moveTo>
                  <a:cubicBezTo>
                    <a:pt x="234" y="0"/>
                    <a:pt x="0" y="234"/>
                    <a:pt x="0" y="567"/>
                  </a:cubicBezTo>
                  <a:lnTo>
                    <a:pt x="0" y="3403"/>
                  </a:lnTo>
                  <a:cubicBezTo>
                    <a:pt x="0" y="3703"/>
                    <a:pt x="234" y="3970"/>
                    <a:pt x="534" y="3970"/>
                  </a:cubicBezTo>
                  <a:cubicBezTo>
                    <a:pt x="834" y="3970"/>
                    <a:pt x="1101" y="3703"/>
                    <a:pt x="1101" y="3403"/>
                  </a:cubicBezTo>
                  <a:lnTo>
                    <a:pt x="1101" y="567"/>
                  </a:lnTo>
                  <a:cubicBezTo>
                    <a:pt x="1101" y="234"/>
                    <a:pt x="834" y="0"/>
                    <a:pt x="534" y="0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4358275" y="3539650"/>
              <a:ext cx="27550" cy="99250"/>
            </a:xfrm>
            <a:custGeom>
              <a:rect b="b" l="l" r="r" t="t"/>
              <a:pathLst>
                <a:path extrusionOk="0" h="3970" w="1102">
                  <a:moveTo>
                    <a:pt x="568" y="0"/>
                  </a:moveTo>
                  <a:cubicBezTo>
                    <a:pt x="234" y="0"/>
                    <a:pt x="1" y="234"/>
                    <a:pt x="1" y="567"/>
                  </a:cubicBezTo>
                  <a:lnTo>
                    <a:pt x="1" y="3403"/>
                  </a:lnTo>
                  <a:cubicBezTo>
                    <a:pt x="1" y="3703"/>
                    <a:pt x="234" y="3970"/>
                    <a:pt x="568" y="3970"/>
                  </a:cubicBezTo>
                  <a:cubicBezTo>
                    <a:pt x="868" y="3970"/>
                    <a:pt x="1102" y="3703"/>
                    <a:pt x="1102" y="3403"/>
                  </a:cubicBezTo>
                  <a:lnTo>
                    <a:pt x="1102" y="567"/>
                  </a:lnTo>
                  <a:cubicBezTo>
                    <a:pt x="1102" y="234"/>
                    <a:pt x="868" y="0"/>
                    <a:pt x="568" y="0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4358275" y="3428725"/>
              <a:ext cx="27550" cy="99275"/>
            </a:xfrm>
            <a:custGeom>
              <a:rect b="b" l="l" r="r" t="t"/>
              <a:pathLst>
                <a:path extrusionOk="0" h="3971" w="1102">
                  <a:moveTo>
                    <a:pt x="568" y="1"/>
                  </a:moveTo>
                  <a:cubicBezTo>
                    <a:pt x="234" y="1"/>
                    <a:pt x="1" y="234"/>
                    <a:pt x="1" y="534"/>
                  </a:cubicBezTo>
                  <a:lnTo>
                    <a:pt x="1" y="3403"/>
                  </a:lnTo>
                  <a:cubicBezTo>
                    <a:pt x="1" y="3703"/>
                    <a:pt x="234" y="3970"/>
                    <a:pt x="568" y="3970"/>
                  </a:cubicBezTo>
                  <a:cubicBezTo>
                    <a:pt x="868" y="3970"/>
                    <a:pt x="1102" y="3703"/>
                    <a:pt x="1102" y="3403"/>
                  </a:cubicBezTo>
                  <a:lnTo>
                    <a:pt x="1102" y="534"/>
                  </a:lnTo>
                  <a:cubicBezTo>
                    <a:pt x="1102" y="234"/>
                    <a:pt x="868" y="1"/>
                    <a:pt x="568" y="1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4385800" y="3624700"/>
              <a:ext cx="99275" cy="28375"/>
            </a:xfrm>
            <a:custGeom>
              <a:rect b="b" l="l" r="r" t="t"/>
              <a:pathLst>
                <a:path extrusionOk="0" h="1135" w="3971">
                  <a:moveTo>
                    <a:pt x="568" y="1"/>
                  </a:moveTo>
                  <a:cubicBezTo>
                    <a:pt x="267" y="1"/>
                    <a:pt x="1" y="267"/>
                    <a:pt x="1" y="568"/>
                  </a:cubicBezTo>
                  <a:cubicBezTo>
                    <a:pt x="1" y="868"/>
                    <a:pt x="267" y="1135"/>
                    <a:pt x="568" y="1135"/>
                  </a:cubicBezTo>
                  <a:lnTo>
                    <a:pt x="3436" y="1135"/>
                  </a:lnTo>
                  <a:cubicBezTo>
                    <a:pt x="3737" y="1135"/>
                    <a:pt x="3970" y="868"/>
                    <a:pt x="3970" y="568"/>
                  </a:cubicBezTo>
                  <a:cubicBezTo>
                    <a:pt x="3970" y="267"/>
                    <a:pt x="3737" y="1"/>
                    <a:pt x="3436" y="1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385800" y="3409550"/>
              <a:ext cx="99275" cy="28375"/>
            </a:xfrm>
            <a:custGeom>
              <a:rect b="b" l="l" r="r" t="t"/>
              <a:pathLst>
                <a:path extrusionOk="0" h="1135" w="3971">
                  <a:moveTo>
                    <a:pt x="568" y="0"/>
                  </a:moveTo>
                  <a:cubicBezTo>
                    <a:pt x="267" y="0"/>
                    <a:pt x="1" y="267"/>
                    <a:pt x="1" y="568"/>
                  </a:cubicBezTo>
                  <a:cubicBezTo>
                    <a:pt x="1" y="868"/>
                    <a:pt x="267" y="1135"/>
                    <a:pt x="568" y="1135"/>
                  </a:cubicBezTo>
                  <a:lnTo>
                    <a:pt x="3436" y="1135"/>
                  </a:lnTo>
                  <a:cubicBezTo>
                    <a:pt x="3737" y="1135"/>
                    <a:pt x="3970" y="868"/>
                    <a:pt x="3970" y="568"/>
                  </a:cubicBezTo>
                  <a:cubicBezTo>
                    <a:pt x="3970" y="267"/>
                    <a:pt x="3737" y="0"/>
                    <a:pt x="3436" y="0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7315010" y="4146200"/>
            <a:ext cx="357775" cy="295791"/>
            <a:chOff x="-783927" y="2108838"/>
            <a:chExt cx="357775" cy="295791"/>
          </a:xfrm>
        </p:grpSpPr>
        <p:sp>
          <p:nvSpPr>
            <p:cNvPr id="173" name="Google Shape;173;p15"/>
            <p:cNvSpPr/>
            <p:nvPr/>
          </p:nvSpPr>
          <p:spPr>
            <a:xfrm>
              <a:off x="-783927" y="2108838"/>
              <a:ext cx="357775" cy="295791"/>
            </a:xfrm>
            <a:custGeom>
              <a:rect b="b" l="l" r="r" t="t"/>
              <a:pathLst>
                <a:path extrusionOk="0" h="8456" w="10228">
                  <a:moveTo>
                    <a:pt x="4674" y="1"/>
                  </a:moveTo>
                  <a:cubicBezTo>
                    <a:pt x="3660" y="1"/>
                    <a:pt x="2642" y="369"/>
                    <a:pt x="1835" y="1113"/>
                  </a:cubicBezTo>
                  <a:cubicBezTo>
                    <a:pt x="134" y="2681"/>
                    <a:pt x="1" y="5316"/>
                    <a:pt x="1568" y="7017"/>
                  </a:cubicBezTo>
                  <a:cubicBezTo>
                    <a:pt x="1735" y="7217"/>
                    <a:pt x="1935" y="7384"/>
                    <a:pt x="2135" y="7518"/>
                  </a:cubicBezTo>
                  <a:cubicBezTo>
                    <a:pt x="2962" y="8173"/>
                    <a:pt x="3852" y="8456"/>
                    <a:pt x="4706" y="8456"/>
                  </a:cubicBezTo>
                  <a:cubicBezTo>
                    <a:pt x="7680" y="8456"/>
                    <a:pt x="10227" y="5030"/>
                    <a:pt x="8206" y="1947"/>
                  </a:cubicBezTo>
                  <a:cubicBezTo>
                    <a:pt x="8073" y="1747"/>
                    <a:pt x="7906" y="1547"/>
                    <a:pt x="7739" y="1346"/>
                  </a:cubicBezTo>
                  <a:cubicBezTo>
                    <a:pt x="6916" y="452"/>
                    <a:pt x="5797" y="1"/>
                    <a:pt x="4674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-745414" y="2137242"/>
              <a:ext cx="248568" cy="234576"/>
            </a:xfrm>
            <a:custGeom>
              <a:rect b="b" l="l" r="r" t="t"/>
              <a:pathLst>
                <a:path extrusionOk="0" h="6706" w="7106">
                  <a:moveTo>
                    <a:pt x="6038" y="1"/>
                  </a:moveTo>
                  <a:lnTo>
                    <a:pt x="0" y="5571"/>
                  </a:lnTo>
                  <a:cubicBezTo>
                    <a:pt x="134" y="5805"/>
                    <a:pt x="301" y="6005"/>
                    <a:pt x="467" y="6205"/>
                  </a:cubicBezTo>
                  <a:cubicBezTo>
                    <a:pt x="634" y="6405"/>
                    <a:pt x="834" y="6572"/>
                    <a:pt x="1034" y="6706"/>
                  </a:cubicBezTo>
                  <a:lnTo>
                    <a:pt x="7105" y="1135"/>
                  </a:lnTo>
                  <a:cubicBezTo>
                    <a:pt x="6972" y="935"/>
                    <a:pt x="6805" y="735"/>
                    <a:pt x="6638" y="534"/>
                  </a:cubicBezTo>
                  <a:cubicBezTo>
                    <a:pt x="6472" y="334"/>
                    <a:pt x="6271" y="167"/>
                    <a:pt x="6038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" name="Google Shape;175;p15"/>
          <p:cNvGrpSpPr/>
          <p:nvPr/>
        </p:nvGrpSpPr>
        <p:grpSpPr>
          <a:xfrm rot="9651258">
            <a:off x="3177102" y="4414969"/>
            <a:ext cx="643548" cy="377045"/>
            <a:chOff x="-1131628" y="1250953"/>
            <a:chExt cx="695437" cy="407447"/>
          </a:xfrm>
        </p:grpSpPr>
        <p:sp>
          <p:nvSpPr>
            <p:cNvPr id="176" name="Google Shape;176;p15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15"/>
          <p:cNvGrpSpPr/>
          <p:nvPr/>
        </p:nvGrpSpPr>
        <p:grpSpPr>
          <a:xfrm rot="-7140317">
            <a:off x="7631974" y="717043"/>
            <a:ext cx="643533" cy="377037"/>
            <a:chOff x="-1131628" y="1250953"/>
            <a:chExt cx="695437" cy="407447"/>
          </a:xfrm>
        </p:grpSpPr>
        <p:sp>
          <p:nvSpPr>
            <p:cNvPr id="180" name="Google Shape;180;p15"/>
            <p:cNvSpPr/>
            <p:nvPr/>
          </p:nvSpPr>
          <p:spPr>
            <a:xfrm>
              <a:off x="-1131628" y="1250953"/>
              <a:ext cx="695437" cy="407447"/>
            </a:xfrm>
            <a:custGeom>
              <a:rect b="b" l="l" r="r" t="t"/>
              <a:pathLst>
                <a:path extrusionOk="0" h="11648" w="19881">
                  <a:moveTo>
                    <a:pt x="15592" y="0"/>
                  </a:moveTo>
                  <a:cubicBezTo>
                    <a:pt x="15168" y="0"/>
                    <a:pt x="14735" y="71"/>
                    <a:pt x="14310" y="220"/>
                  </a:cubicBezTo>
                  <a:lnTo>
                    <a:pt x="3036" y="4256"/>
                  </a:lnTo>
                  <a:cubicBezTo>
                    <a:pt x="1034" y="4956"/>
                    <a:pt x="0" y="7125"/>
                    <a:pt x="701" y="9126"/>
                  </a:cubicBezTo>
                  <a:cubicBezTo>
                    <a:pt x="1252" y="10676"/>
                    <a:pt x="2735" y="11647"/>
                    <a:pt x="4318" y="11647"/>
                  </a:cubicBezTo>
                  <a:cubicBezTo>
                    <a:pt x="4745" y="11647"/>
                    <a:pt x="5179" y="11576"/>
                    <a:pt x="5604" y="11428"/>
                  </a:cubicBezTo>
                  <a:lnTo>
                    <a:pt x="16879" y="7425"/>
                  </a:lnTo>
                  <a:cubicBezTo>
                    <a:pt x="18847" y="6691"/>
                    <a:pt x="19881" y="4523"/>
                    <a:pt x="19180" y="2521"/>
                  </a:cubicBezTo>
                  <a:cubicBezTo>
                    <a:pt x="18629" y="971"/>
                    <a:pt x="17166" y="0"/>
                    <a:pt x="15592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-1131628" y="1328644"/>
              <a:ext cx="393245" cy="329756"/>
            </a:xfrm>
            <a:custGeom>
              <a:rect b="b" l="l" r="r" t="t"/>
              <a:pathLst>
                <a:path extrusionOk="0" h="9427" w="11242">
                  <a:moveTo>
                    <a:pt x="8673" y="0"/>
                  </a:moveTo>
                  <a:lnTo>
                    <a:pt x="3036" y="2035"/>
                  </a:lnTo>
                  <a:cubicBezTo>
                    <a:pt x="1034" y="2735"/>
                    <a:pt x="0" y="4904"/>
                    <a:pt x="701" y="6905"/>
                  </a:cubicBezTo>
                  <a:cubicBezTo>
                    <a:pt x="1252" y="8455"/>
                    <a:pt x="2735" y="9426"/>
                    <a:pt x="4318" y="9426"/>
                  </a:cubicBezTo>
                  <a:cubicBezTo>
                    <a:pt x="4745" y="9426"/>
                    <a:pt x="5179" y="9355"/>
                    <a:pt x="5604" y="9207"/>
                  </a:cubicBezTo>
                  <a:lnTo>
                    <a:pt x="11241" y="7205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-1033614" y="1304858"/>
              <a:ext cx="460931" cy="190956"/>
            </a:xfrm>
            <a:custGeom>
              <a:rect b="b" l="l" r="r" t="t"/>
              <a:pathLst>
                <a:path extrusionOk="0" h="5459" w="13177">
                  <a:moveTo>
                    <a:pt x="12479" y="0"/>
                  </a:moveTo>
                  <a:cubicBezTo>
                    <a:pt x="12400" y="0"/>
                    <a:pt x="12320" y="15"/>
                    <a:pt x="12242" y="46"/>
                  </a:cubicBezTo>
                  <a:lnTo>
                    <a:pt x="500" y="4216"/>
                  </a:lnTo>
                  <a:cubicBezTo>
                    <a:pt x="167" y="4349"/>
                    <a:pt x="0" y="4716"/>
                    <a:pt x="100" y="5050"/>
                  </a:cubicBezTo>
                  <a:cubicBezTo>
                    <a:pt x="205" y="5285"/>
                    <a:pt x="453" y="5459"/>
                    <a:pt x="716" y="5459"/>
                  </a:cubicBezTo>
                  <a:cubicBezTo>
                    <a:pt x="788" y="5459"/>
                    <a:pt x="862" y="5446"/>
                    <a:pt x="934" y="5417"/>
                  </a:cubicBezTo>
                  <a:lnTo>
                    <a:pt x="12676" y="1214"/>
                  </a:lnTo>
                  <a:cubicBezTo>
                    <a:pt x="13009" y="1114"/>
                    <a:pt x="13176" y="747"/>
                    <a:pt x="13076" y="413"/>
                  </a:cubicBezTo>
                  <a:cubicBezTo>
                    <a:pt x="12974" y="158"/>
                    <a:pt x="12735" y="0"/>
                    <a:pt x="12479" y="0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720000" y="78080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Diabetes </a:t>
            </a:r>
            <a:r>
              <a:rPr lang="en" sz="3400">
                <a:solidFill>
                  <a:schemeClr val="dk2"/>
                </a:solidFill>
              </a:rPr>
              <a:t>IN THE WORLD</a:t>
            </a:r>
            <a:endParaRPr sz="3400"/>
          </a:p>
        </p:txBody>
      </p:sp>
      <p:sp>
        <p:nvSpPr>
          <p:cNvPr id="188" name="Google Shape;188;p16"/>
          <p:cNvSpPr txBox="1"/>
          <p:nvPr/>
        </p:nvSpPr>
        <p:spPr>
          <a:xfrm>
            <a:off x="720000" y="2333600"/>
            <a:ext cx="24144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589</a:t>
            </a:r>
            <a:endParaRPr sz="58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MILLION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720000" y="3957125"/>
            <a:ext cx="2241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EFE4"/>
                </a:solidFill>
                <a:latin typeface="Cairo"/>
                <a:ea typeface="Cairo"/>
                <a:cs typeface="Cairo"/>
                <a:sym typeface="Cairo"/>
              </a:rPr>
              <a:t>people have diabetes</a:t>
            </a:r>
            <a:endParaRPr sz="16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90" name="Google Shape;190;p16"/>
          <p:cNvGrpSpPr/>
          <p:nvPr/>
        </p:nvGrpSpPr>
        <p:grpSpPr>
          <a:xfrm>
            <a:off x="3536413" y="2126816"/>
            <a:ext cx="306843" cy="720701"/>
            <a:chOff x="3903196" y="1379924"/>
            <a:chExt cx="1357711" cy="3188943"/>
          </a:xfrm>
        </p:grpSpPr>
        <p:sp>
          <p:nvSpPr>
            <p:cNvPr id="191" name="Google Shape;191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16"/>
          <p:cNvGrpSpPr/>
          <p:nvPr/>
        </p:nvGrpSpPr>
        <p:grpSpPr>
          <a:xfrm>
            <a:off x="3977494" y="2126816"/>
            <a:ext cx="306843" cy="720701"/>
            <a:chOff x="3903196" y="1379924"/>
            <a:chExt cx="1357711" cy="3188943"/>
          </a:xfrm>
        </p:grpSpPr>
        <p:sp>
          <p:nvSpPr>
            <p:cNvPr id="224" name="Google Shape;224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" name="Google Shape;256;p16"/>
          <p:cNvGrpSpPr/>
          <p:nvPr/>
        </p:nvGrpSpPr>
        <p:grpSpPr>
          <a:xfrm>
            <a:off x="4418575" y="2126816"/>
            <a:ext cx="306843" cy="720701"/>
            <a:chOff x="3903196" y="1379924"/>
            <a:chExt cx="1357711" cy="3188943"/>
          </a:xfrm>
        </p:grpSpPr>
        <p:sp>
          <p:nvSpPr>
            <p:cNvPr id="257" name="Google Shape;257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4859657" y="2126816"/>
            <a:ext cx="306843" cy="720701"/>
            <a:chOff x="3903196" y="1379924"/>
            <a:chExt cx="1357711" cy="3188943"/>
          </a:xfrm>
        </p:grpSpPr>
        <p:sp>
          <p:nvSpPr>
            <p:cNvPr id="290" name="Google Shape;290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16"/>
          <p:cNvGrpSpPr/>
          <p:nvPr/>
        </p:nvGrpSpPr>
        <p:grpSpPr>
          <a:xfrm>
            <a:off x="5300738" y="2126816"/>
            <a:ext cx="306843" cy="720701"/>
            <a:chOff x="3903196" y="1379924"/>
            <a:chExt cx="1357711" cy="3188943"/>
          </a:xfrm>
        </p:grpSpPr>
        <p:sp>
          <p:nvSpPr>
            <p:cNvPr id="323" name="Google Shape;323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16"/>
          <p:cNvGrpSpPr/>
          <p:nvPr/>
        </p:nvGrpSpPr>
        <p:grpSpPr>
          <a:xfrm>
            <a:off x="3977494" y="3003627"/>
            <a:ext cx="306843" cy="720701"/>
            <a:chOff x="3903196" y="1379924"/>
            <a:chExt cx="1357711" cy="3188943"/>
          </a:xfrm>
        </p:grpSpPr>
        <p:sp>
          <p:nvSpPr>
            <p:cNvPr id="356" name="Google Shape;356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6"/>
          <p:cNvGrpSpPr/>
          <p:nvPr/>
        </p:nvGrpSpPr>
        <p:grpSpPr>
          <a:xfrm>
            <a:off x="4418575" y="3003627"/>
            <a:ext cx="306843" cy="720701"/>
            <a:chOff x="3903196" y="1379924"/>
            <a:chExt cx="1357711" cy="3188943"/>
          </a:xfrm>
        </p:grpSpPr>
        <p:sp>
          <p:nvSpPr>
            <p:cNvPr id="389" name="Google Shape;389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16"/>
          <p:cNvGrpSpPr/>
          <p:nvPr/>
        </p:nvGrpSpPr>
        <p:grpSpPr>
          <a:xfrm>
            <a:off x="4859657" y="3003627"/>
            <a:ext cx="306843" cy="720701"/>
            <a:chOff x="3903196" y="1379924"/>
            <a:chExt cx="1357711" cy="3188943"/>
          </a:xfrm>
        </p:grpSpPr>
        <p:sp>
          <p:nvSpPr>
            <p:cNvPr id="422" name="Google Shape;422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16"/>
          <p:cNvGrpSpPr/>
          <p:nvPr/>
        </p:nvGrpSpPr>
        <p:grpSpPr>
          <a:xfrm>
            <a:off x="5300738" y="3003627"/>
            <a:ext cx="306843" cy="720701"/>
            <a:chOff x="3903196" y="1379924"/>
            <a:chExt cx="1357711" cy="3188943"/>
          </a:xfrm>
        </p:grpSpPr>
        <p:sp>
          <p:nvSpPr>
            <p:cNvPr id="455" name="Google Shape;455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16"/>
          <p:cNvGrpSpPr/>
          <p:nvPr/>
        </p:nvGrpSpPr>
        <p:grpSpPr>
          <a:xfrm>
            <a:off x="3536413" y="3003627"/>
            <a:ext cx="306843" cy="720701"/>
            <a:chOff x="3903196" y="1379924"/>
            <a:chExt cx="1357711" cy="3188943"/>
          </a:xfrm>
        </p:grpSpPr>
        <p:sp>
          <p:nvSpPr>
            <p:cNvPr id="488" name="Google Shape;488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16"/>
          <p:cNvSpPr txBox="1"/>
          <p:nvPr/>
        </p:nvSpPr>
        <p:spPr>
          <a:xfrm>
            <a:off x="3430000" y="3957125"/>
            <a:ext cx="2241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EFE4"/>
                </a:solidFill>
                <a:latin typeface="Cairo"/>
                <a:ea typeface="Cairo"/>
                <a:cs typeface="Cairo"/>
                <a:sym typeface="Cairo"/>
              </a:rPr>
              <a:t>1 out of 10</a:t>
            </a:r>
            <a:endParaRPr sz="16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521" name="Google Shape;521;p16"/>
          <p:cNvGrpSpPr/>
          <p:nvPr/>
        </p:nvGrpSpPr>
        <p:grpSpPr>
          <a:xfrm>
            <a:off x="6224913" y="2606191"/>
            <a:ext cx="306843" cy="720701"/>
            <a:chOff x="3903196" y="1379924"/>
            <a:chExt cx="1357711" cy="3188943"/>
          </a:xfrm>
        </p:grpSpPr>
        <p:sp>
          <p:nvSpPr>
            <p:cNvPr id="522" name="Google Shape;522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16"/>
          <p:cNvGrpSpPr/>
          <p:nvPr/>
        </p:nvGrpSpPr>
        <p:grpSpPr>
          <a:xfrm>
            <a:off x="6665994" y="2606191"/>
            <a:ext cx="306843" cy="720701"/>
            <a:chOff x="3903196" y="1379924"/>
            <a:chExt cx="1357711" cy="3188943"/>
          </a:xfrm>
        </p:grpSpPr>
        <p:sp>
          <p:nvSpPr>
            <p:cNvPr id="555" name="Google Shape;555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" name="Google Shape;587;p16"/>
          <p:cNvGrpSpPr/>
          <p:nvPr/>
        </p:nvGrpSpPr>
        <p:grpSpPr>
          <a:xfrm>
            <a:off x="7107075" y="2606191"/>
            <a:ext cx="306843" cy="720701"/>
            <a:chOff x="3903196" y="1379924"/>
            <a:chExt cx="1357711" cy="3188943"/>
          </a:xfrm>
        </p:grpSpPr>
        <p:sp>
          <p:nvSpPr>
            <p:cNvPr id="588" name="Google Shape;588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16"/>
          <p:cNvGrpSpPr/>
          <p:nvPr/>
        </p:nvGrpSpPr>
        <p:grpSpPr>
          <a:xfrm>
            <a:off x="7548157" y="2606191"/>
            <a:ext cx="306843" cy="720701"/>
            <a:chOff x="3903196" y="1379924"/>
            <a:chExt cx="1357711" cy="3188943"/>
          </a:xfrm>
        </p:grpSpPr>
        <p:sp>
          <p:nvSpPr>
            <p:cNvPr id="621" name="Google Shape;621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16"/>
          <p:cNvGrpSpPr/>
          <p:nvPr/>
        </p:nvGrpSpPr>
        <p:grpSpPr>
          <a:xfrm>
            <a:off x="7989238" y="2606191"/>
            <a:ext cx="306843" cy="720701"/>
            <a:chOff x="3903196" y="1379924"/>
            <a:chExt cx="1357711" cy="3188943"/>
          </a:xfrm>
        </p:grpSpPr>
        <p:sp>
          <p:nvSpPr>
            <p:cNvPr id="654" name="Google Shape;654;p16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16"/>
          <p:cNvSpPr txBox="1"/>
          <p:nvPr/>
        </p:nvSpPr>
        <p:spPr>
          <a:xfrm>
            <a:off x="6140000" y="3957125"/>
            <a:ext cx="2241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6EFE4"/>
                </a:solidFill>
                <a:latin typeface="Cairo"/>
                <a:ea typeface="Cairo"/>
                <a:cs typeface="Cairo"/>
                <a:sym typeface="Cairo"/>
              </a:rPr>
              <a:t>1 out of 5 doesn’t know</a:t>
            </a:r>
            <a:endParaRPr sz="16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687" name="Google Shape;687;p16"/>
          <p:cNvCxnSpPr/>
          <p:nvPr/>
        </p:nvCxnSpPr>
        <p:spPr>
          <a:xfrm>
            <a:off x="3134350" y="1994975"/>
            <a:ext cx="0" cy="25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16"/>
          <p:cNvCxnSpPr/>
          <p:nvPr/>
        </p:nvCxnSpPr>
        <p:spPr>
          <a:xfrm>
            <a:off x="6009650" y="1994975"/>
            <a:ext cx="0" cy="25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7"/>
          <p:cNvSpPr txBox="1"/>
          <p:nvPr>
            <p:ph type="title"/>
          </p:nvPr>
        </p:nvSpPr>
        <p:spPr>
          <a:xfrm>
            <a:off x="286575" y="848225"/>
            <a:ext cx="7704000" cy="11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694" name="Google Shape;694;p17"/>
          <p:cNvSpPr txBox="1"/>
          <p:nvPr/>
        </p:nvSpPr>
        <p:spPr>
          <a:xfrm>
            <a:off x="6627600" y="2802925"/>
            <a:ext cx="25164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Models used</a:t>
            </a:r>
            <a:endParaRPr sz="2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695" name="Google Shape;695;p17"/>
          <p:cNvSpPr txBox="1"/>
          <p:nvPr/>
        </p:nvSpPr>
        <p:spPr>
          <a:xfrm>
            <a:off x="4086512" y="3607213"/>
            <a:ext cx="2516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Split the data in 80%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Normalize the data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6" name="Google Shape;696;p17"/>
          <p:cNvSpPr txBox="1"/>
          <p:nvPr/>
        </p:nvSpPr>
        <p:spPr>
          <a:xfrm>
            <a:off x="671840" y="3277161"/>
            <a:ext cx="2516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Cleaning of the data</a:t>
            </a:r>
            <a:endParaRPr sz="2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697" name="Google Shape;697;p17"/>
          <p:cNvSpPr txBox="1"/>
          <p:nvPr/>
        </p:nvSpPr>
        <p:spPr>
          <a:xfrm>
            <a:off x="671840" y="3706879"/>
            <a:ext cx="251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Replace negatives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Check for duplicates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Check for 0 values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8" name="Google Shape;698;p17"/>
          <p:cNvSpPr txBox="1"/>
          <p:nvPr/>
        </p:nvSpPr>
        <p:spPr>
          <a:xfrm>
            <a:off x="2449231" y="4081834"/>
            <a:ext cx="2516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Correlation Matrix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BOXPLOT Analysis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99" name="Google Shape;699;p17"/>
          <p:cNvSpPr txBox="1"/>
          <p:nvPr/>
        </p:nvSpPr>
        <p:spPr>
          <a:xfrm>
            <a:off x="4086498" y="3177107"/>
            <a:ext cx="2883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Model preparation</a:t>
            </a:r>
            <a:endParaRPr sz="2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00" name="Google Shape;700;p17"/>
          <p:cNvSpPr txBox="1"/>
          <p:nvPr/>
        </p:nvSpPr>
        <p:spPr>
          <a:xfrm>
            <a:off x="2449231" y="3652103"/>
            <a:ext cx="2516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EDA</a:t>
            </a:r>
            <a:endParaRPr sz="2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01" name="Google Shape;701;p17"/>
          <p:cNvSpPr/>
          <p:nvPr/>
        </p:nvSpPr>
        <p:spPr>
          <a:xfrm>
            <a:off x="1626754" y="1869754"/>
            <a:ext cx="702900" cy="70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01</a:t>
            </a:r>
            <a:endParaRPr sz="17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3355979" y="1869754"/>
            <a:ext cx="702900" cy="70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02</a:t>
            </a:r>
            <a:endParaRPr sz="17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03" name="Google Shape;703;p17"/>
          <p:cNvSpPr/>
          <p:nvPr/>
        </p:nvSpPr>
        <p:spPr>
          <a:xfrm>
            <a:off x="5085204" y="1869754"/>
            <a:ext cx="702900" cy="70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03</a:t>
            </a:r>
            <a:endParaRPr sz="17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7624679" y="1869754"/>
            <a:ext cx="702900" cy="70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04</a:t>
            </a:r>
            <a:endParaRPr sz="17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cxnSp>
        <p:nvCxnSpPr>
          <p:cNvPr id="705" name="Google Shape;705;p17"/>
          <p:cNvCxnSpPr>
            <a:stCxn id="704" idx="4"/>
          </p:cNvCxnSpPr>
          <p:nvPr/>
        </p:nvCxnSpPr>
        <p:spPr>
          <a:xfrm>
            <a:off x="7976129" y="2572654"/>
            <a:ext cx="10800" cy="291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17"/>
          <p:cNvCxnSpPr>
            <a:stCxn id="703" idx="4"/>
          </p:cNvCxnSpPr>
          <p:nvPr/>
        </p:nvCxnSpPr>
        <p:spPr>
          <a:xfrm>
            <a:off x="5436654" y="2572654"/>
            <a:ext cx="7500" cy="409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17"/>
          <p:cNvCxnSpPr>
            <a:stCxn id="702" idx="4"/>
            <a:endCxn id="700" idx="0"/>
          </p:cNvCxnSpPr>
          <p:nvPr/>
        </p:nvCxnSpPr>
        <p:spPr>
          <a:xfrm>
            <a:off x="3707429" y="2572654"/>
            <a:ext cx="0" cy="107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17"/>
          <p:cNvCxnSpPr>
            <a:stCxn id="701" idx="4"/>
          </p:cNvCxnSpPr>
          <p:nvPr/>
        </p:nvCxnSpPr>
        <p:spPr>
          <a:xfrm flipH="1">
            <a:off x="1976404" y="2572654"/>
            <a:ext cx="1800" cy="476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17"/>
          <p:cNvCxnSpPr>
            <a:stCxn id="701" idx="6"/>
            <a:endCxn id="702" idx="2"/>
          </p:cNvCxnSpPr>
          <p:nvPr/>
        </p:nvCxnSpPr>
        <p:spPr>
          <a:xfrm>
            <a:off x="2329654" y="2221204"/>
            <a:ext cx="1026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17"/>
          <p:cNvCxnSpPr>
            <a:stCxn id="702" idx="6"/>
            <a:endCxn id="703" idx="2"/>
          </p:cNvCxnSpPr>
          <p:nvPr/>
        </p:nvCxnSpPr>
        <p:spPr>
          <a:xfrm>
            <a:off x="4058879" y="2221204"/>
            <a:ext cx="1026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17"/>
          <p:cNvCxnSpPr>
            <a:stCxn id="703" idx="6"/>
            <a:endCxn id="704" idx="2"/>
          </p:cNvCxnSpPr>
          <p:nvPr/>
        </p:nvCxnSpPr>
        <p:spPr>
          <a:xfrm>
            <a:off x="5788104" y="2221204"/>
            <a:ext cx="1836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2" name="Google Shape;712;p17"/>
          <p:cNvGrpSpPr/>
          <p:nvPr/>
        </p:nvGrpSpPr>
        <p:grpSpPr>
          <a:xfrm flipH="1">
            <a:off x="2732445" y="2095287"/>
            <a:ext cx="178417" cy="291521"/>
            <a:chOff x="1570963" y="1098735"/>
            <a:chExt cx="246705" cy="403099"/>
          </a:xfrm>
        </p:grpSpPr>
        <p:sp>
          <p:nvSpPr>
            <p:cNvPr id="713" name="Google Shape;713;p17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17"/>
          <p:cNvGrpSpPr/>
          <p:nvPr/>
        </p:nvGrpSpPr>
        <p:grpSpPr>
          <a:xfrm flipH="1">
            <a:off x="4482832" y="2095287"/>
            <a:ext cx="178417" cy="291521"/>
            <a:chOff x="1570963" y="1098735"/>
            <a:chExt cx="246705" cy="403099"/>
          </a:xfrm>
        </p:grpSpPr>
        <p:sp>
          <p:nvSpPr>
            <p:cNvPr id="716" name="Google Shape;716;p17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17"/>
          <p:cNvGrpSpPr/>
          <p:nvPr/>
        </p:nvGrpSpPr>
        <p:grpSpPr>
          <a:xfrm flipH="1">
            <a:off x="6212057" y="2095287"/>
            <a:ext cx="178417" cy="291521"/>
            <a:chOff x="1570963" y="1098735"/>
            <a:chExt cx="246705" cy="403099"/>
          </a:xfrm>
        </p:grpSpPr>
        <p:sp>
          <p:nvSpPr>
            <p:cNvPr id="719" name="Google Shape;719;p17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7"/>
          <p:cNvSpPr txBox="1"/>
          <p:nvPr/>
        </p:nvSpPr>
        <p:spPr>
          <a:xfrm>
            <a:off x="6679150" y="3394375"/>
            <a:ext cx="22323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KNN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Logistic Regression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Decision Tree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Random Forest Hyperparameter Tuning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8"/>
          <p:cNvSpPr txBox="1"/>
          <p:nvPr>
            <p:ph type="title"/>
          </p:nvPr>
        </p:nvSpPr>
        <p:spPr>
          <a:xfrm>
            <a:off x="720000" y="21251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>
                <a:solidFill>
                  <a:schemeClr val="dk2"/>
                </a:solidFill>
              </a:rPr>
              <a:t>DATASET</a:t>
            </a:r>
            <a:endParaRPr/>
          </a:p>
        </p:txBody>
      </p:sp>
      <p:sp>
        <p:nvSpPr>
          <p:cNvPr id="727" name="Google Shape;727;p18"/>
          <p:cNvSpPr txBox="1"/>
          <p:nvPr/>
        </p:nvSpPr>
        <p:spPr>
          <a:xfrm>
            <a:off x="720000" y="872126"/>
            <a:ext cx="77040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CONTAINS 9 COLUMNS AND 1000 ROWS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28" name="Google Shape;728;p18"/>
          <p:cNvSpPr txBox="1"/>
          <p:nvPr/>
        </p:nvSpPr>
        <p:spPr>
          <a:xfrm>
            <a:off x="1551558" y="1595072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Pregnancies</a:t>
            </a:r>
            <a:endParaRPr sz="2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29" name="Google Shape;729;p18"/>
          <p:cNvSpPr txBox="1"/>
          <p:nvPr/>
        </p:nvSpPr>
        <p:spPr>
          <a:xfrm>
            <a:off x="1551558" y="2290659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Glucose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0" name="Google Shape;730;p18"/>
          <p:cNvSpPr txBox="1"/>
          <p:nvPr/>
        </p:nvSpPr>
        <p:spPr>
          <a:xfrm>
            <a:off x="1551558" y="2986236"/>
            <a:ext cx="3256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Blood Pressure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1" name="Google Shape;731;p18"/>
          <p:cNvSpPr txBox="1"/>
          <p:nvPr/>
        </p:nvSpPr>
        <p:spPr>
          <a:xfrm>
            <a:off x="1551558" y="3681831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Skin</a:t>
            </a:r>
            <a:r>
              <a:rPr lang="en" sz="25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Thickness</a:t>
            </a:r>
            <a:endParaRPr sz="25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840921" y="1526672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01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840921" y="2222259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02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840921" y="2917845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03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840921" y="3613431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04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cxnSp>
        <p:nvCxnSpPr>
          <p:cNvPr id="736" name="Google Shape;736;p18"/>
          <p:cNvCxnSpPr/>
          <p:nvPr/>
        </p:nvCxnSpPr>
        <p:spPr>
          <a:xfrm flipH="1">
            <a:off x="4480875" y="1525700"/>
            <a:ext cx="19200" cy="348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37" name="Google Shape;737;p18"/>
          <p:cNvSpPr txBox="1"/>
          <p:nvPr/>
        </p:nvSpPr>
        <p:spPr>
          <a:xfrm>
            <a:off x="5479711" y="1593360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Insulin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8" name="Google Shape;738;p18"/>
          <p:cNvSpPr txBox="1"/>
          <p:nvPr/>
        </p:nvSpPr>
        <p:spPr>
          <a:xfrm>
            <a:off x="5479711" y="2288946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BMI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39" name="Google Shape;739;p18"/>
          <p:cNvSpPr txBox="1"/>
          <p:nvPr/>
        </p:nvSpPr>
        <p:spPr>
          <a:xfrm>
            <a:off x="5479711" y="2984532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Diabetes Pedigree Function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0" name="Google Shape;740;p18"/>
          <p:cNvSpPr txBox="1"/>
          <p:nvPr/>
        </p:nvSpPr>
        <p:spPr>
          <a:xfrm>
            <a:off x="5479711" y="3680119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outcome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4769073" y="1524960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06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2" name="Google Shape;742;p18"/>
          <p:cNvSpPr/>
          <p:nvPr/>
        </p:nvSpPr>
        <p:spPr>
          <a:xfrm>
            <a:off x="4769073" y="2220546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07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3" name="Google Shape;743;p18"/>
          <p:cNvSpPr/>
          <p:nvPr/>
        </p:nvSpPr>
        <p:spPr>
          <a:xfrm>
            <a:off x="4769073" y="2916132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08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4" name="Google Shape;744;p18"/>
          <p:cNvSpPr/>
          <p:nvPr/>
        </p:nvSpPr>
        <p:spPr>
          <a:xfrm>
            <a:off x="4769073" y="3611719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09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5" name="Google Shape;745;p18"/>
          <p:cNvSpPr txBox="1"/>
          <p:nvPr/>
        </p:nvSpPr>
        <p:spPr>
          <a:xfrm>
            <a:off x="1551544" y="4377415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age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746" name="Google Shape;746;p18"/>
          <p:cNvSpPr/>
          <p:nvPr/>
        </p:nvSpPr>
        <p:spPr>
          <a:xfrm>
            <a:off x="840932" y="4342040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05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statistics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752" name="Google Shape;752;p19"/>
          <p:cNvGrpSpPr/>
          <p:nvPr/>
        </p:nvGrpSpPr>
        <p:grpSpPr>
          <a:xfrm>
            <a:off x="294389" y="1381167"/>
            <a:ext cx="703170" cy="731860"/>
            <a:chOff x="6342517" y="1608482"/>
            <a:chExt cx="444061" cy="462179"/>
          </a:xfrm>
        </p:grpSpPr>
        <p:sp>
          <p:nvSpPr>
            <p:cNvPr id="753" name="Google Shape;753;p19"/>
            <p:cNvSpPr/>
            <p:nvPr/>
          </p:nvSpPr>
          <p:spPr>
            <a:xfrm>
              <a:off x="6467852" y="1827045"/>
              <a:ext cx="34312" cy="62542"/>
            </a:xfrm>
            <a:custGeom>
              <a:rect b="b" l="l" r="r" t="t"/>
              <a:pathLst>
                <a:path extrusionOk="0" h="1985" w="1089">
                  <a:moveTo>
                    <a:pt x="256" y="1"/>
                  </a:moveTo>
                  <a:cubicBezTo>
                    <a:pt x="208" y="1"/>
                    <a:pt x="160" y="16"/>
                    <a:pt x="121" y="49"/>
                  </a:cubicBezTo>
                  <a:cubicBezTo>
                    <a:pt x="15" y="125"/>
                    <a:pt x="0" y="260"/>
                    <a:pt x="75" y="351"/>
                  </a:cubicBezTo>
                  <a:cubicBezTo>
                    <a:pt x="484" y="865"/>
                    <a:pt x="635" y="1772"/>
                    <a:pt x="635" y="1788"/>
                  </a:cubicBezTo>
                  <a:cubicBezTo>
                    <a:pt x="650" y="1893"/>
                    <a:pt x="756" y="1984"/>
                    <a:pt x="861" y="1984"/>
                  </a:cubicBezTo>
                  <a:cubicBezTo>
                    <a:pt x="861" y="1984"/>
                    <a:pt x="877" y="1970"/>
                    <a:pt x="892" y="1970"/>
                  </a:cubicBezTo>
                  <a:cubicBezTo>
                    <a:pt x="1013" y="1954"/>
                    <a:pt x="1089" y="1833"/>
                    <a:pt x="1073" y="1712"/>
                  </a:cubicBezTo>
                  <a:cubicBezTo>
                    <a:pt x="1073" y="1682"/>
                    <a:pt x="892" y="684"/>
                    <a:pt x="424" y="79"/>
                  </a:cubicBezTo>
                  <a:cubicBezTo>
                    <a:pt x="380" y="27"/>
                    <a:pt x="318" y="1"/>
                    <a:pt x="256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6618834" y="1630505"/>
              <a:ext cx="83873" cy="80439"/>
            </a:xfrm>
            <a:custGeom>
              <a:rect b="b" l="l" r="r" t="t"/>
              <a:pathLst>
                <a:path extrusionOk="0" h="2553" w="2662">
                  <a:moveTo>
                    <a:pt x="563" y="0"/>
                  </a:moveTo>
                  <a:cubicBezTo>
                    <a:pt x="473" y="0"/>
                    <a:pt x="382" y="24"/>
                    <a:pt x="303" y="73"/>
                  </a:cubicBezTo>
                  <a:cubicBezTo>
                    <a:pt x="77" y="224"/>
                    <a:pt x="1" y="511"/>
                    <a:pt x="122" y="738"/>
                  </a:cubicBezTo>
                  <a:lnTo>
                    <a:pt x="379" y="1176"/>
                  </a:lnTo>
                  <a:cubicBezTo>
                    <a:pt x="531" y="1478"/>
                    <a:pt x="787" y="1720"/>
                    <a:pt x="1105" y="1857"/>
                  </a:cubicBezTo>
                  <a:lnTo>
                    <a:pt x="2662" y="2553"/>
                  </a:lnTo>
                  <a:lnTo>
                    <a:pt x="2662" y="2053"/>
                  </a:lnTo>
                  <a:lnTo>
                    <a:pt x="924" y="163"/>
                  </a:lnTo>
                  <a:cubicBezTo>
                    <a:pt x="833" y="55"/>
                    <a:pt x="699" y="0"/>
                    <a:pt x="563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6702674" y="1630505"/>
              <a:ext cx="83904" cy="80439"/>
            </a:xfrm>
            <a:custGeom>
              <a:rect b="b" l="l" r="r" t="t"/>
              <a:pathLst>
                <a:path extrusionOk="0" h="2553" w="2663">
                  <a:moveTo>
                    <a:pt x="2093" y="0"/>
                  </a:moveTo>
                  <a:cubicBezTo>
                    <a:pt x="1957" y="0"/>
                    <a:pt x="1825" y="55"/>
                    <a:pt x="1725" y="163"/>
                  </a:cubicBezTo>
                  <a:lnTo>
                    <a:pt x="1" y="2053"/>
                  </a:lnTo>
                  <a:lnTo>
                    <a:pt x="1" y="2553"/>
                  </a:lnTo>
                  <a:lnTo>
                    <a:pt x="1543" y="1857"/>
                  </a:lnTo>
                  <a:cubicBezTo>
                    <a:pt x="1861" y="1720"/>
                    <a:pt x="2118" y="1478"/>
                    <a:pt x="2285" y="1176"/>
                  </a:cubicBezTo>
                  <a:lnTo>
                    <a:pt x="2527" y="738"/>
                  </a:lnTo>
                  <a:cubicBezTo>
                    <a:pt x="2662" y="511"/>
                    <a:pt x="2587" y="224"/>
                    <a:pt x="2360" y="73"/>
                  </a:cubicBezTo>
                  <a:cubicBezTo>
                    <a:pt x="2275" y="24"/>
                    <a:pt x="2183" y="0"/>
                    <a:pt x="2093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6342517" y="1866838"/>
              <a:ext cx="304488" cy="203696"/>
            </a:xfrm>
            <a:custGeom>
              <a:rect b="b" l="l" r="r" t="t"/>
              <a:pathLst>
                <a:path extrusionOk="0" h="6465" w="9664">
                  <a:moveTo>
                    <a:pt x="3436" y="0"/>
                  </a:moveTo>
                  <a:cubicBezTo>
                    <a:pt x="2960" y="0"/>
                    <a:pt x="2400" y="163"/>
                    <a:pt x="1815" y="676"/>
                  </a:cubicBezTo>
                  <a:cubicBezTo>
                    <a:pt x="1" y="2249"/>
                    <a:pt x="1861" y="5741"/>
                    <a:pt x="3176" y="6392"/>
                  </a:cubicBezTo>
                  <a:cubicBezTo>
                    <a:pt x="3298" y="6446"/>
                    <a:pt x="3514" y="6464"/>
                    <a:pt x="3752" y="6464"/>
                  </a:cubicBezTo>
                  <a:cubicBezTo>
                    <a:pt x="4105" y="6464"/>
                    <a:pt x="4505" y="6425"/>
                    <a:pt x="4704" y="6406"/>
                  </a:cubicBezTo>
                  <a:cubicBezTo>
                    <a:pt x="4749" y="6399"/>
                    <a:pt x="4791" y="6396"/>
                    <a:pt x="4832" y="6396"/>
                  </a:cubicBezTo>
                  <a:cubicBezTo>
                    <a:pt x="4874" y="6396"/>
                    <a:pt x="4915" y="6399"/>
                    <a:pt x="4960" y="6406"/>
                  </a:cubicBezTo>
                  <a:cubicBezTo>
                    <a:pt x="5159" y="6425"/>
                    <a:pt x="5559" y="6464"/>
                    <a:pt x="5912" y="6464"/>
                  </a:cubicBezTo>
                  <a:cubicBezTo>
                    <a:pt x="6150" y="6464"/>
                    <a:pt x="6367" y="6446"/>
                    <a:pt x="6488" y="6392"/>
                  </a:cubicBezTo>
                  <a:cubicBezTo>
                    <a:pt x="7803" y="5741"/>
                    <a:pt x="9663" y="2249"/>
                    <a:pt x="7864" y="676"/>
                  </a:cubicBezTo>
                  <a:cubicBezTo>
                    <a:pt x="7274" y="163"/>
                    <a:pt x="6712" y="0"/>
                    <a:pt x="6236" y="0"/>
                  </a:cubicBezTo>
                  <a:cubicBezTo>
                    <a:pt x="5407" y="0"/>
                    <a:pt x="4839" y="495"/>
                    <a:pt x="4839" y="495"/>
                  </a:cubicBezTo>
                  <a:cubicBezTo>
                    <a:pt x="4839" y="495"/>
                    <a:pt x="4266" y="0"/>
                    <a:pt x="3436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6499296" y="1866681"/>
              <a:ext cx="147707" cy="203980"/>
            </a:xfrm>
            <a:custGeom>
              <a:rect b="b" l="l" r="r" t="t"/>
              <a:pathLst>
                <a:path extrusionOk="0" h="6474" w="4688">
                  <a:moveTo>
                    <a:pt x="1253" y="1"/>
                  </a:moveTo>
                  <a:cubicBezTo>
                    <a:pt x="972" y="1"/>
                    <a:pt x="721" y="59"/>
                    <a:pt x="514" y="137"/>
                  </a:cubicBezTo>
                  <a:cubicBezTo>
                    <a:pt x="801" y="242"/>
                    <a:pt x="1103" y="409"/>
                    <a:pt x="1406" y="681"/>
                  </a:cubicBezTo>
                  <a:cubicBezTo>
                    <a:pt x="3206" y="2254"/>
                    <a:pt x="1361" y="5746"/>
                    <a:pt x="45" y="6397"/>
                  </a:cubicBezTo>
                  <a:cubicBezTo>
                    <a:pt x="30" y="6397"/>
                    <a:pt x="15" y="6397"/>
                    <a:pt x="0" y="6411"/>
                  </a:cubicBezTo>
                  <a:cubicBezTo>
                    <a:pt x="192" y="6438"/>
                    <a:pt x="564" y="6474"/>
                    <a:pt x="902" y="6474"/>
                  </a:cubicBezTo>
                  <a:cubicBezTo>
                    <a:pt x="1152" y="6474"/>
                    <a:pt x="1384" y="6454"/>
                    <a:pt x="1512" y="6397"/>
                  </a:cubicBezTo>
                  <a:cubicBezTo>
                    <a:pt x="2827" y="5746"/>
                    <a:pt x="4687" y="2254"/>
                    <a:pt x="2888" y="681"/>
                  </a:cubicBezTo>
                  <a:cubicBezTo>
                    <a:pt x="2297" y="167"/>
                    <a:pt x="1731" y="1"/>
                    <a:pt x="1253" y="1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6494980" y="1826667"/>
              <a:ext cx="73381" cy="58856"/>
            </a:xfrm>
            <a:custGeom>
              <a:rect b="b" l="l" r="r" t="t"/>
              <a:pathLst>
                <a:path extrusionOk="0" h="1868" w="2329">
                  <a:moveTo>
                    <a:pt x="1996" y="0"/>
                  </a:moveTo>
                  <a:cubicBezTo>
                    <a:pt x="1347" y="0"/>
                    <a:pt x="31" y="182"/>
                    <a:pt x="0" y="1770"/>
                  </a:cubicBezTo>
                  <a:cubicBezTo>
                    <a:pt x="0" y="1770"/>
                    <a:pt x="275" y="1867"/>
                    <a:pt x="637" y="1867"/>
                  </a:cubicBezTo>
                  <a:cubicBezTo>
                    <a:pt x="1211" y="1867"/>
                    <a:pt x="2006" y="1623"/>
                    <a:pt x="2284" y="363"/>
                  </a:cubicBezTo>
                  <a:cubicBezTo>
                    <a:pt x="2329" y="182"/>
                    <a:pt x="2178" y="0"/>
                    <a:pt x="1996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6501659" y="1826667"/>
              <a:ext cx="66701" cy="58635"/>
            </a:xfrm>
            <a:custGeom>
              <a:rect b="b" l="l" r="r" t="t"/>
              <a:pathLst>
                <a:path extrusionOk="0" h="1861" w="2117">
                  <a:moveTo>
                    <a:pt x="1784" y="0"/>
                  </a:moveTo>
                  <a:cubicBezTo>
                    <a:pt x="1603" y="0"/>
                    <a:pt x="1377" y="16"/>
                    <a:pt x="1135" y="76"/>
                  </a:cubicBezTo>
                  <a:cubicBezTo>
                    <a:pt x="1225" y="137"/>
                    <a:pt x="1270" y="258"/>
                    <a:pt x="1240" y="363"/>
                  </a:cubicBezTo>
                  <a:cubicBezTo>
                    <a:pt x="1028" y="1347"/>
                    <a:pt x="500" y="1709"/>
                    <a:pt x="0" y="1815"/>
                  </a:cubicBezTo>
                  <a:cubicBezTo>
                    <a:pt x="118" y="1839"/>
                    <a:pt x="272" y="1861"/>
                    <a:pt x="443" y="1861"/>
                  </a:cubicBezTo>
                  <a:cubicBezTo>
                    <a:pt x="1022" y="1861"/>
                    <a:pt x="1804" y="1611"/>
                    <a:pt x="2072" y="363"/>
                  </a:cubicBezTo>
                  <a:cubicBezTo>
                    <a:pt x="2117" y="182"/>
                    <a:pt x="1966" y="0"/>
                    <a:pt x="1784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6644102" y="1710911"/>
              <a:ext cx="116735" cy="359690"/>
            </a:xfrm>
            <a:custGeom>
              <a:rect b="b" l="l" r="r" t="t"/>
              <a:pathLst>
                <a:path extrusionOk="0" h="11416" w="3705">
                  <a:moveTo>
                    <a:pt x="1860" y="1"/>
                  </a:moveTo>
                  <a:cubicBezTo>
                    <a:pt x="832" y="1"/>
                    <a:pt x="1" y="832"/>
                    <a:pt x="1" y="1845"/>
                  </a:cubicBezTo>
                  <a:lnTo>
                    <a:pt x="1" y="4793"/>
                  </a:lnTo>
                  <a:cubicBezTo>
                    <a:pt x="1" y="6124"/>
                    <a:pt x="197" y="7440"/>
                    <a:pt x="560" y="8710"/>
                  </a:cubicBezTo>
                  <a:cubicBezTo>
                    <a:pt x="590" y="8861"/>
                    <a:pt x="636" y="9012"/>
                    <a:pt x="696" y="9148"/>
                  </a:cubicBezTo>
                  <a:cubicBezTo>
                    <a:pt x="727" y="9269"/>
                    <a:pt x="757" y="9375"/>
                    <a:pt x="802" y="9480"/>
                  </a:cubicBezTo>
                  <a:lnTo>
                    <a:pt x="1346" y="11053"/>
                  </a:lnTo>
                  <a:cubicBezTo>
                    <a:pt x="1429" y="11295"/>
                    <a:pt x="1641" y="11416"/>
                    <a:pt x="1853" y="11416"/>
                  </a:cubicBezTo>
                  <a:cubicBezTo>
                    <a:pt x="2064" y="11416"/>
                    <a:pt x="2276" y="11295"/>
                    <a:pt x="2360" y="11053"/>
                  </a:cubicBezTo>
                  <a:lnTo>
                    <a:pt x="2918" y="9480"/>
                  </a:lnTo>
                  <a:cubicBezTo>
                    <a:pt x="3267" y="8483"/>
                    <a:pt x="3509" y="7440"/>
                    <a:pt x="3614" y="6381"/>
                  </a:cubicBezTo>
                  <a:cubicBezTo>
                    <a:pt x="3644" y="6230"/>
                    <a:pt x="3644" y="6079"/>
                    <a:pt x="3660" y="5928"/>
                  </a:cubicBezTo>
                  <a:cubicBezTo>
                    <a:pt x="3690" y="5549"/>
                    <a:pt x="3705" y="5172"/>
                    <a:pt x="3705" y="4793"/>
                  </a:cubicBezTo>
                  <a:lnTo>
                    <a:pt x="3705" y="1845"/>
                  </a:lnTo>
                  <a:cubicBezTo>
                    <a:pt x="3705" y="1331"/>
                    <a:pt x="3509" y="878"/>
                    <a:pt x="3160" y="545"/>
                  </a:cubicBezTo>
                  <a:cubicBezTo>
                    <a:pt x="2828" y="212"/>
                    <a:pt x="2374" y="1"/>
                    <a:pt x="1860" y="1"/>
                  </a:cubicBez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6670789" y="1608482"/>
              <a:ext cx="36706" cy="102462"/>
            </a:xfrm>
            <a:custGeom>
              <a:rect b="b" l="l" r="r" t="t"/>
              <a:pathLst>
                <a:path extrusionOk="0" h="3252" w="1165">
                  <a:moveTo>
                    <a:pt x="499" y="0"/>
                  </a:moveTo>
                  <a:cubicBezTo>
                    <a:pt x="227" y="0"/>
                    <a:pt x="0" y="227"/>
                    <a:pt x="0" y="514"/>
                  </a:cubicBezTo>
                  <a:lnTo>
                    <a:pt x="0" y="1028"/>
                  </a:lnTo>
                  <a:cubicBezTo>
                    <a:pt x="0" y="1421"/>
                    <a:pt x="106" y="1800"/>
                    <a:pt x="317" y="2133"/>
                  </a:cubicBezTo>
                  <a:lnTo>
                    <a:pt x="1013" y="3252"/>
                  </a:lnTo>
                  <a:lnTo>
                    <a:pt x="1164" y="1633"/>
                  </a:lnTo>
                  <a:lnTo>
                    <a:pt x="1013" y="514"/>
                  </a:lnTo>
                  <a:cubicBezTo>
                    <a:pt x="1013" y="227"/>
                    <a:pt x="787" y="0"/>
                    <a:pt x="499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6702674" y="1608482"/>
              <a:ext cx="31980" cy="102462"/>
            </a:xfrm>
            <a:custGeom>
              <a:rect b="b" l="l" r="r" t="t"/>
              <a:pathLst>
                <a:path extrusionOk="0" h="3252" w="1015">
                  <a:moveTo>
                    <a:pt x="501" y="0"/>
                  </a:moveTo>
                  <a:cubicBezTo>
                    <a:pt x="228" y="0"/>
                    <a:pt x="1" y="227"/>
                    <a:pt x="1" y="514"/>
                  </a:cubicBezTo>
                  <a:lnTo>
                    <a:pt x="1" y="3252"/>
                  </a:lnTo>
                  <a:lnTo>
                    <a:pt x="697" y="2133"/>
                  </a:lnTo>
                  <a:cubicBezTo>
                    <a:pt x="894" y="1800"/>
                    <a:pt x="1015" y="1421"/>
                    <a:pt x="1015" y="1028"/>
                  </a:cubicBezTo>
                  <a:lnTo>
                    <a:pt x="1015" y="514"/>
                  </a:lnTo>
                  <a:cubicBezTo>
                    <a:pt x="1015" y="227"/>
                    <a:pt x="787" y="0"/>
                    <a:pt x="501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6392582" y="1608482"/>
              <a:ext cx="193456" cy="193425"/>
            </a:xfrm>
            <a:custGeom>
              <a:rect b="b" l="l" r="r" t="t"/>
              <a:pathLst>
                <a:path extrusionOk="0" h="6139" w="6140">
                  <a:moveTo>
                    <a:pt x="3069" y="0"/>
                  </a:moveTo>
                  <a:cubicBezTo>
                    <a:pt x="1375" y="0"/>
                    <a:pt x="0" y="1377"/>
                    <a:pt x="0" y="3070"/>
                  </a:cubicBezTo>
                  <a:cubicBezTo>
                    <a:pt x="0" y="4764"/>
                    <a:pt x="1375" y="6139"/>
                    <a:pt x="3069" y="6139"/>
                  </a:cubicBezTo>
                  <a:cubicBezTo>
                    <a:pt x="4762" y="6139"/>
                    <a:pt x="6139" y="4764"/>
                    <a:pt x="6139" y="3070"/>
                  </a:cubicBezTo>
                  <a:cubicBezTo>
                    <a:pt x="6139" y="1377"/>
                    <a:pt x="4762" y="0"/>
                    <a:pt x="3069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6463536" y="1608482"/>
              <a:ext cx="122501" cy="193425"/>
            </a:xfrm>
            <a:custGeom>
              <a:rect b="b" l="l" r="r" t="t"/>
              <a:pathLst>
                <a:path extrusionOk="0" h="6139" w="3888">
                  <a:moveTo>
                    <a:pt x="817" y="0"/>
                  </a:moveTo>
                  <a:cubicBezTo>
                    <a:pt x="530" y="0"/>
                    <a:pt x="258" y="30"/>
                    <a:pt x="0" y="106"/>
                  </a:cubicBezTo>
                  <a:cubicBezTo>
                    <a:pt x="1301" y="469"/>
                    <a:pt x="2254" y="1649"/>
                    <a:pt x="2254" y="3070"/>
                  </a:cubicBezTo>
                  <a:cubicBezTo>
                    <a:pt x="2254" y="4476"/>
                    <a:pt x="1301" y="5671"/>
                    <a:pt x="0" y="6018"/>
                  </a:cubicBezTo>
                  <a:cubicBezTo>
                    <a:pt x="258" y="6094"/>
                    <a:pt x="530" y="6139"/>
                    <a:pt x="817" y="6139"/>
                  </a:cubicBezTo>
                  <a:cubicBezTo>
                    <a:pt x="2510" y="6139"/>
                    <a:pt x="3887" y="4764"/>
                    <a:pt x="3887" y="3070"/>
                  </a:cubicBezTo>
                  <a:cubicBezTo>
                    <a:pt x="3887" y="1377"/>
                    <a:pt x="2510" y="0"/>
                    <a:pt x="817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6443056" y="1669132"/>
              <a:ext cx="97232" cy="66103"/>
            </a:xfrm>
            <a:custGeom>
              <a:rect b="b" l="l" r="r" t="t"/>
              <a:pathLst>
                <a:path extrusionOk="0" h="2098" w="3086">
                  <a:moveTo>
                    <a:pt x="2850" y="1"/>
                  </a:moveTo>
                  <a:cubicBezTo>
                    <a:pt x="2801" y="1"/>
                    <a:pt x="2750" y="20"/>
                    <a:pt x="2707" y="56"/>
                  </a:cubicBezTo>
                  <a:cubicBezTo>
                    <a:pt x="2692" y="56"/>
                    <a:pt x="2692" y="56"/>
                    <a:pt x="2692" y="71"/>
                  </a:cubicBezTo>
                  <a:lnTo>
                    <a:pt x="1165" y="1599"/>
                  </a:lnTo>
                  <a:cubicBezTo>
                    <a:pt x="1119" y="1636"/>
                    <a:pt x="1063" y="1655"/>
                    <a:pt x="1006" y="1655"/>
                  </a:cubicBezTo>
                  <a:cubicBezTo>
                    <a:pt x="950" y="1655"/>
                    <a:pt x="893" y="1636"/>
                    <a:pt x="848" y="1599"/>
                  </a:cubicBezTo>
                  <a:lnTo>
                    <a:pt x="409" y="1145"/>
                  </a:lnTo>
                  <a:cubicBezTo>
                    <a:pt x="363" y="1100"/>
                    <a:pt x="307" y="1077"/>
                    <a:pt x="250" y="1077"/>
                  </a:cubicBezTo>
                  <a:cubicBezTo>
                    <a:pt x="193" y="1077"/>
                    <a:pt x="137" y="1100"/>
                    <a:pt x="92" y="1145"/>
                  </a:cubicBezTo>
                  <a:cubicBezTo>
                    <a:pt x="1" y="1236"/>
                    <a:pt x="1" y="1371"/>
                    <a:pt x="92" y="1462"/>
                  </a:cubicBezTo>
                  <a:lnTo>
                    <a:pt x="545" y="1901"/>
                  </a:lnTo>
                  <a:cubicBezTo>
                    <a:pt x="666" y="2037"/>
                    <a:pt x="832" y="2097"/>
                    <a:pt x="999" y="2097"/>
                  </a:cubicBezTo>
                  <a:cubicBezTo>
                    <a:pt x="1180" y="2097"/>
                    <a:pt x="1346" y="2037"/>
                    <a:pt x="1467" y="1901"/>
                  </a:cubicBezTo>
                  <a:lnTo>
                    <a:pt x="2844" y="540"/>
                  </a:lnTo>
                  <a:lnTo>
                    <a:pt x="2995" y="373"/>
                  </a:lnTo>
                  <a:cubicBezTo>
                    <a:pt x="3085" y="298"/>
                    <a:pt x="3085" y="147"/>
                    <a:pt x="2995" y="71"/>
                  </a:cubicBezTo>
                  <a:cubicBezTo>
                    <a:pt x="2955" y="24"/>
                    <a:pt x="2903" y="1"/>
                    <a:pt x="2850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6644102" y="1773294"/>
              <a:ext cx="30531" cy="13863"/>
            </a:xfrm>
            <a:custGeom>
              <a:rect b="b" l="l" r="r" t="t"/>
              <a:pathLst>
                <a:path extrusionOk="0" h="440" w="969">
                  <a:moveTo>
                    <a:pt x="1" y="1"/>
                  </a:moveTo>
                  <a:lnTo>
                    <a:pt x="1" y="440"/>
                  </a:lnTo>
                  <a:lnTo>
                    <a:pt x="741" y="440"/>
                  </a:lnTo>
                  <a:cubicBezTo>
                    <a:pt x="878" y="440"/>
                    <a:pt x="968" y="349"/>
                    <a:pt x="968" y="228"/>
                  </a:cubicBezTo>
                  <a:cubicBezTo>
                    <a:pt x="968" y="91"/>
                    <a:pt x="878" y="1"/>
                    <a:pt x="741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6644102" y="1809055"/>
              <a:ext cx="53846" cy="13832"/>
            </a:xfrm>
            <a:custGeom>
              <a:rect b="b" l="l" r="r" t="t"/>
              <a:pathLst>
                <a:path extrusionOk="0" h="439" w="1709">
                  <a:moveTo>
                    <a:pt x="1" y="0"/>
                  </a:moveTo>
                  <a:lnTo>
                    <a:pt x="1" y="438"/>
                  </a:lnTo>
                  <a:lnTo>
                    <a:pt x="1497" y="438"/>
                  </a:lnTo>
                  <a:cubicBezTo>
                    <a:pt x="1618" y="438"/>
                    <a:pt x="1709" y="348"/>
                    <a:pt x="1709" y="227"/>
                  </a:cubicBezTo>
                  <a:cubicBezTo>
                    <a:pt x="1709" y="91"/>
                    <a:pt x="1618" y="0"/>
                    <a:pt x="1497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6718427" y="1897652"/>
              <a:ext cx="12887" cy="14336"/>
            </a:xfrm>
            <a:custGeom>
              <a:rect b="b" l="l" r="r" t="t"/>
              <a:pathLst>
                <a:path extrusionOk="0" h="455" w="409">
                  <a:moveTo>
                    <a:pt x="227" y="1"/>
                  </a:moveTo>
                  <a:cubicBezTo>
                    <a:pt x="106" y="1"/>
                    <a:pt x="1" y="106"/>
                    <a:pt x="1" y="227"/>
                  </a:cubicBezTo>
                  <a:cubicBezTo>
                    <a:pt x="1" y="348"/>
                    <a:pt x="106" y="454"/>
                    <a:pt x="227" y="454"/>
                  </a:cubicBezTo>
                  <a:lnTo>
                    <a:pt x="242" y="454"/>
                  </a:lnTo>
                  <a:lnTo>
                    <a:pt x="408" y="227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6661715" y="1985304"/>
              <a:ext cx="31980" cy="13832"/>
            </a:xfrm>
            <a:custGeom>
              <a:rect b="b" l="l" r="r" t="t"/>
              <a:pathLst>
                <a:path extrusionOk="0" h="439" w="1015">
                  <a:moveTo>
                    <a:pt x="1" y="1"/>
                  </a:moveTo>
                  <a:cubicBezTo>
                    <a:pt x="31" y="152"/>
                    <a:pt x="77" y="303"/>
                    <a:pt x="137" y="439"/>
                  </a:cubicBezTo>
                  <a:lnTo>
                    <a:pt x="787" y="439"/>
                  </a:lnTo>
                  <a:cubicBezTo>
                    <a:pt x="908" y="439"/>
                    <a:pt x="1014" y="348"/>
                    <a:pt x="1014" y="227"/>
                  </a:cubicBezTo>
                  <a:cubicBezTo>
                    <a:pt x="1014" y="106"/>
                    <a:pt x="908" y="1"/>
                    <a:pt x="787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6726052" y="1897652"/>
              <a:ext cx="33366" cy="14336"/>
            </a:xfrm>
            <a:custGeom>
              <a:rect b="b" l="l" r="r" t="t"/>
              <a:pathLst>
                <a:path extrusionOk="0" h="455" w="1059">
                  <a:moveTo>
                    <a:pt x="45" y="1"/>
                  </a:moveTo>
                  <a:lnTo>
                    <a:pt x="0" y="454"/>
                  </a:lnTo>
                  <a:lnTo>
                    <a:pt x="1013" y="454"/>
                  </a:lnTo>
                  <a:cubicBezTo>
                    <a:pt x="1043" y="303"/>
                    <a:pt x="1043" y="152"/>
                    <a:pt x="1059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71" name="Google Shape;7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98" y="1634175"/>
            <a:ext cx="7250300" cy="29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</a:t>
            </a:r>
            <a:r>
              <a:rPr lang="en">
                <a:solidFill>
                  <a:schemeClr val="dk2"/>
                </a:solidFill>
              </a:rPr>
              <a:t>DATA </a:t>
            </a:r>
            <a:r>
              <a:rPr lang="en">
                <a:solidFill>
                  <a:schemeClr val="dk2"/>
                </a:solidFill>
              </a:rPr>
              <a:t>ANALYSIS</a:t>
            </a:r>
            <a:endParaRPr/>
          </a:p>
        </p:txBody>
      </p:sp>
      <p:sp>
        <p:nvSpPr>
          <p:cNvPr id="777" name="Google Shape;777;p20"/>
          <p:cNvSpPr txBox="1"/>
          <p:nvPr/>
        </p:nvSpPr>
        <p:spPr>
          <a:xfrm>
            <a:off x="5331600" y="1912335"/>
            <a:ext cx="2712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critical challenge in medical datasets is the severe class imbalance. Most participants are non-diabetic, which can mislead models to prioritize total accuracy over clinical utility.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78" name="Google Shape;778;p20"/>
          <p:cNvSpPr txBox="1"/>
          <p:nvPr/>
        </p:nvSpPr>
        <p:spPr>
          <a:xfrm>
            <a:off x="720000" y="1112700"/>
            <a:ext cx="77040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The Imbalance Challenge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779" name="Google Shape;7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851" y="1734675"/>
            <a:ext cx="3463450" cy="24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 </a:t>
            </a:r>
            <a:r>
              <a:rPr lang="en">
                <a:solidFill>
                  <a:schemeClr val="dk2"/>
                </a:solidFill>
              </a:rPr>
              <a:t>analysis</a:t>
            </a:r>
            <a:endParaRPr/>
          </a:p>
        </p:txBody>
      </p:sp>
      <p:sp>
        <p:nvSpPr>
          <p:cNvPr id="785" name="Google Shape;785;p21"/>
          <p:cNvSpPr txBox="1"/>
          <p:nvPr/>
        </p:nvSpPr>
        <p:spPr>
          <a:xfrm>
            <a:off x="888075" y="1234725"/>
            <a:ext cx="2918400" cy="3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Analysis of </a:t>
            </a: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Insulin</a:t>
            </a: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and Glucose levels reveals </a:t>
            </a: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multimodal</a:t>
            </a: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distributions, identifying clear clinical thresholds for risk.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BMI data shows a broad trend toward overweight/obesity, serving as a significant but non-exclusive predictor of metabolic distress.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786" name="Google Shape;7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750" y="1112699"/>
            <a:ext cx="4145499" cy="34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MATRIX</a:t>
            </a:r>
            <a:endParaRPr/>
          </a:p>
        </p:txBody>
      </p:sp>
      <p:sp>
        <p:nvSpPr>
          <p:cNvPr id="792" name="Google Shape;792;p22"/>
          <p:cNvSpPr txBox="1"/>
          <p:nvPr/>
        </p:nvSpPr>
        <p:spPr>
          <a:xfrm>
            <a:off x="4856475" y="1527025"/>
            <a:ext cx="3766200" cy="30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Correlation with the diagnosis: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Diagnosis : 1.000000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Diabetes Pedigree Function : 0.060549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Insulin:  0.041479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Blood Pressure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 0.010349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Skin Thickness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-0.000014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Pregnancies: -0.001484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Glucose: -0.004971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BMI: -0.033336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Age: -0.042510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793" name="Google Shape;7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25" y="1236750"/>
            <a:ext cx="3651874" cy="300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r>
              <a:rPr lang="en">
                <a:solidFill>
                  <a:schemeClr val="dk2"/>
                </a:solidFill>
              </a:rPr>
              <a:t>evaluation</a:t>
            </a:r>
            <a:endParaRPr/>
          </a:p>
        </p:txBody>
      </p:sp>
      <p:grpSp>
        <p:nvGrpSpPr>
          <p:cNvPr id="799" name="Google Shape;799;p23"/>
          <p:cNvGrpSpPr/>
          <p:nvPr/>
        </p:nvGrpSpPr>
        <p:grpSpPr>
          <a:xfrm>
            <a:off x="6658465" y="2716563"/>
            <a:ext cx="354233" cy="644693"/>
            <a:chOff x="861202" y="1637500"/>
            <a:chExt cx="760484" cy="1384056"/>
          </a:xfrm>
        </p:grpSpPr>
        <p:sp>
          <p:nvSpPr>
            <p:cNvPr id="800" name="Google Shape;800;p23"/>
            <p:cNvSpPr/>
            <p:nvPr/>
          </p:nvSpPr>
          <p:spPr>
            <a:xfrm>
              <a:off x="861202" y="1927975"/>
              <a:ext cx="760484" cy="1093581"/>
            </a:xfrm>
            <a:custGeom>
              <a:rect b="b" l="l" r="r" t="t"/>
              <a:pathLst>
                <a:path extrusionOk="0" h="33530" w="23317">
                  <a:moveTo>
                    <a:pt x="6471" y="0"/>
                  </a:moveTo>
                  <a:cubicBezTo>
                    <a:pt x="6471" y="0"/>
                    <a:pt x="6471" y="2436"/>
                    <a:pt x="5104" y="2802"/>
                  </a:cubicBezTo>
                  <a:lnTo>
                    <a:pt x="4870" y="2802"/>
                  </a:lnTo>
                  <a:cubicBezTo>
                    <a:pt x="2135" y="2969"/>
                    <a:pt x="0" y="5238"/>
                    <a:pt x="33" y="8006"/>
                  </a:cubicBezTo>
                  <a:lnTo>
                    <a:pt x="33" y="28321"/>
                  </a:lnTo>
                  <a:cubicBezTo>
                    <a:pt x="33" y="30022"/>
                    <a:pt x="1101" y="31556"/>
                    <a:pt x="2702" y="32157"/>
                  </a:cubicBezTo>
                  <a:cubicBezTo>
                    <a:pt x="6018" y="33417"/>
                    <a:pt x="9941" y="33530"/>
                    <a:pt x="11236" y="33530"/>
                  </a:cubicBezTo>
                  <a:cubicBezTo>
                    <a:pt x="11518" y="33530"/>
                    <a:pt x="11675" y="33524"/>
                    <a:pt x="11675" y="33524"/>
                  </a:cubicBezTo>
                  <a:cubicBezTo>
                    <a:pt x="11675" y="33524"/>
                    <a:pt x="11829" y="33530"/>
                    <a:pt x="12105" y="33530"/>
                  </a:cubicBezTo>
                  <a:cubicBezTo>
                    <a:pt x="13401" y="33530"/>
                    <a:pt x="17387" y="33416"/>
                    <a:pt x="20715" y="32123"/>
                  </a:cubicBezTo>
                  <a:cubicBezTo>
                    <a:pt x="22283" y="31523"/>
                    <a:pt x="23283" y="29989"/>
                    <a:pt x="23283" y="28321"/>
                  </a:cubicBezTo>
                  <a:lnTo>
                    <a:pt x="23283" y="8006"/>
                  </a:lnTo>
                  <a:cubicBezTo>
                    <a:pt x="23317" y="5238"/>
                    <a:pt x="21182" y="2969"/>
                    <a:pt x="18447" y="2802"/>
                  </a:cubicBezTo>
                  <a:lnTo>
                    <a:pt x="18213" y="2802"/>
                  </a:lnTo>
                  <a:cubicBezTo>
                    <a:pt x="16879" y="2436"/>
                    <a:pt x="16879" y="0"/>
                    <a:pt x="16879" y="0"/>
                  </a:cubicBezTo>
                  <a:lnTo>
                    <a:pt x="11675" y="1602"/>
                  </a:lnTo>
                  <a:lnTo>
                    <a:pt x="6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915573" y="2328333"/>
              <a:ext cx="652822" cy="618119"/>
            </a:xfrm>
            <a:custGeom>
              <a:rect b="b" l="l" r="r" t="t"/>
              <a:pathLst>
                <a:path extrusionOk="0" h="18952" w="20016">
                  <a:moveTo>
                    <a:pt x="1" y="1"/>
                  </a:moveTo>
                  <a:lnTo>
                    <a:pt x="1" y="14445"/>
                  </a:lnTo>
                  <a:cubicBezTo>
                    <a:pt x="1" y="15912"/>
                    <a:pt x="902" y="17247"/>
                    <a:pt x="2269" y="17747"/>
                  </a:cubicBezTo>
                  <a:cubicBezTo>
                    <a:pt x="5305" y="18874"/>
                    <a:pt x="8892" y="18950"/>
                    <a:pt x="9794" y="18950"/>
                  </a:cubicBezTo>
                  <a:cubicBezTo>
                    <a:pt x="9933" y="18950"/>
                    <a:pt x="10008" y="18948"/>
                    <a:pt x="10008" y="18948"/>
                  </a:cubicBezTo>
                  <a:cubicBezTo>
                    <a:pt x="10008" y="18948"/>
                    <a:pt x="10122" y="18951"/>
                    <a:pt x="10328" y="18951"/>
                  </a:cubicBezTo>
                  <a:cubicBezTo>
                    <a:pt x="11382" y="18951"/>
                    <a:pt x="14850" y="18858"/>
                    <a:pt x="17780" y="17714"/>
                  </a:cubicBezTo>
                  <a:cubicBezTo>
                    <a:pt x="19115" y="17213"/>
                    <a:pt x="20015" y="15912"/>
                    <a:pt x="20015" y="14445"/>
                  </a:cubicBezTo>
                  <a:lnTo>
                    <a:pt x="2001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915573" y="2273962"/>
              <a:ext cx="651713" cy="115327"/>
            </a:xfrm>
            <a:custGeom>
              <a:rect b="b" l="l" r="r" t="t"/>
              <a:pathLst>
                <a:path extrusionOk="0" h="3536" w="19982">
                  <a:moveTo>
                    <a:pt x="10008" y="0"/>
                  </a:moveTo>
                  <a:cubicBezTo>
                    <a:pt x="4471" y="0"/>
                    <a:pt x="1" y="801"/>
                    <a:pt x="1" y="1768"/>
                  </a:cubicBezTo>
                  <a:cubicBezTo>
                    <a:pt x="1" y="2735"/>
                    <a:pt x="4471" y="3536"/>
                    <a:pt x="10008" y="3536"/>
                  </a:cubicBezTo>
                  <a:cubicBezTo>
                    <a:pt x="15512" y="3536"/>
                    <a:pt x="19982" y="2735"/>
                    <a:pt x="19982" y="1768"/>
                  </a:cubicBezTo>
                  <a:cubicBezTo>
                    <a:pt x="19982" y="801"/>
                    <a:pt x="15512" y="0"/>
                    <a:pt x="1000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1410613" y="2458893"/>
              <a:ext cx="100128" cy="100128"/>
            </a:xfrm>
            <a:custGeom>
              <a:rect b="b" l="l" r="r" t="t"/>
              <a:pathLst>
                <a:path extrusionOk="0" h="3070" w="307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070"/>
                    <a:pt x="1535" y="3070"/>
                  </a:cubicBezTo>
                  <a:cubicBezTo>
                    <a:pt x="2402" y="3070"/>
                    <a:pt x="3069" y="2369"/>
                    <a:pt x="3069" y="1535"/>
                  </a:cubicBezTo>
                  <a:cubicBezTo>
                    <a:pt x="3069" y="701"/>
                    <a:pt x="2402" y="1"/>
                    <a:pt x="1535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1261560" y="2479571"/>
              <a:ext cx="50097" cy="48988"/>
            </a:xfrm>
            <a:custGeom>
              <a:rect b="b" l="l" r="r" t="t"/>
              <a:pathLst>
                <a:path extrusionOk="0" h="1502" w="1536">
                  <a:moveTo>
                    <a:pt x="768" y="1"/>
                  </a:moveTo>
                  <a:cubicBezTo>
                    <a:pt x="334" y="1"/>
                    <a:pt x="1" y="334"/>
                    <a:pt x="1" y="734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35" y="1168"/>
                    <a:pt x="1535" y="734"/>
                  </a:cubicBezTo>
                  <a:cubicBezTo>
                    <a:pt x="1535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1311625" y="2637334"/>
              <a:ext cx="75080" cy="75112"/>
            </a:xfrm>
            <a:custGeom>
              <a:rect b="b" l="l" r="r" t="t"/>
              <a:pathLst>
                <a:path extrusionOk="0" h="2303" w="2302">
                  <a:moveTo>
                    <a:pt x="1134" y="0"/>
                  </a:moveTo>
                  <a:cubicBezTo>
                    <a:pt x="500" y="0"/>
                    <a:pt x="0" y="501"/>
                    <a:pt x="0" y="1168"/>
                  </a:cubicBezTo>
                  <a:cubicBezTo>
                    <a:pt x="0" y="1802"/>
                    <a:pt x="500" y="2302"/>
                    <a:pt x="1134" y="2302"/>
                  </a:cubicBezTo>
                  <a:cubicBezTo>
                    <a:pt x="1768" y="2302"/>
                    <a:pt x="2302" y="1802"/>
                    <a:pt x="2302" y="1168"/>
                  </a:cubicBezTo>
                  <a:cubicBezTo>
                    <a:pt x="2302" y="501"/>
                    <a:pt x="1768" y="0"/>
                    <a:pt x="1134" y="0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1128847" y="2615579"/>
              <a:ext cx="57663" cy="58772"/>
            </a:xfrm>
            <a:custGeom>
              <a:rect b="b" l="l" r="r" t="t"/>
              <a:pathLst>
                <a:path extrusionOk="0" h="1802" w="1768">
                  <a:moveTo>
                    <a:pt x="901" y="0"/>
                  </a:moveTo>
                  <a:cubicBezTo>
                    <a:pt x="400" y="0"/>
                    <a:pt x="0" y="401"/>
                    <a:pt x="0" y="901"/>
                  </a:cubicBezTo>
                  <a:cubicBezTo>
                    <a:pt x="0" y="1401"/>
                    <a:pt x="400" y="1802"/>
                    <a:pt x="901" y="1802"/>
                  </a:cubicBezTo>
                  <a:cubicBezTo>
                    <a:pt x="1368" y="1802"/>
                    <a:pt x="1768" y="1401"/>
                    <a:pt x="1768" y="901"/>
                  </a:cubicBezTo>
                  <a:cubicBezTo>
                    <a:pt x="1768" y="401"/>
                    <a:pt x="1368" y="0"/>
                    <a:pt x="90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1009147" y="2437138"/>
              <a:ext cx="91420" cy="91420"/>
            </a:xfrm>
            <a:custGeom>
              <a:rect b="b" l="l" r="r" t="t"/>
              <a:pathLst>
                <a:path extrusionOk="0" h="2803" w="2803">
                  <a:moveTo>
                    <a:pt x="1402" y="1"/>
                  </a:moveTo>
                  <a:cubicBezTo>
                    <a:pt x="634" y="1"/>
                    <a:pt x="1" y="634"/>
                    <a:pt x="1" y="1402"/>
                  </a:cubicBezTo>
                  <a:cubicBezTo>
                    <a:pt x="1" y="2169"/>
                    <a:pt x="634" y="2803"/>
                    <a:pt x="1402" y="2803"/>
                  </a:cubicBezTo>
                  <a:cubicBezTo>
                    <a:pt x="2169" y="2803"/>
                    <a:pt x="2803" y="2169"/>
                    <a:pt x="2803" y="1402"/>
                  </a:cubicBezTo>
                  <a:cubicBezTo>
                    <a:pt x="2803" y="634"/>
                    <a:pt x="2169" y="1"/>
                    <a:pt x="14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1016779" y="2768970"/>
              <a:ext cx="43541" cy="43541"/>
            </a:xfrm>
            <a:custGeom>
              <a:rect b="b" l="l" r="r" t="t"/>
              <a:pathLst>
                <a:path extrusionOk="0" h="1335" w="1335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5" y="1035"/>
                    <a:pt x="1335" y="668"/>
                  </a:cubicBezTo>
                  <a:cubicBezTo>
                    <a:pt x="1335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1163647" y="2812480"/>
              <a:ext cx="57696" cy="56620"/>
            </a:xfrm>
            <a:custGeom>
              <a:rect b="b" l="l" r="r" t="t"/>
              <a:pathLst>
                <a:path extrusionOk="0" h="1736" w="1769">
                  <a:moveTo>
                    <a:pt x="901" y="1"/>
                  </a:moveTo>
                  <a:cubicBezTo>
                    <a:pt x="401" y="1"/>
                    <a:pt x="0" y="368"/>
                    <a:pt x="0" y="868"/>
                  </a:cubicBezTo>
                  <a:cubicBezTo>
                    <a:pt x="0" y="1335"/>
                    <a:pt x="401" y="1735"/>
                    <a:pt x="901" y="1735"/>
                  </a:cubicBezTo>
                  <a:cubicBezTo>
                    <a:pt x="1368" y="1735"/>
                    <a:pt x="1768" y="1335"/>
                    <a:pt x="1768" y="868"/>
                  </a:cubicBezTo>
                  <a:cubicBezTo>
                    <a:pt x="1768" y="368"/>
                    <a:pt x="1368" y="1"/>
                    <a:pt x="901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1460646" y="2790725"/>
              <a:ext cx="51173" cy="50097"/>
            </a:xfrm>
            <a:custGeom>
              <a:rect b="b" l="l" r="r" t="t"/>
              <a:pathLst>
                <a:path extrusionOk="0" h="1536" w="1569">
                  <a:moveTo>
                    <a:pt x="802" y="1"/>
                  </a:moveTo>
                  <a:cubicBezTo>
                    <a:pt x="368" y="1"/>
                    <a:pt x="1" y="334"/>
                    <a:pt x="1" y="768"/>
                  </a:cubicBezTo>
                  <a:cubicBezTo>
                    <a:pt x="1" y="1202"/>
                    <a:pt x="368" y="1535"/>
                    <a:pt x="802" y="1535"/>
                  </a:cubicBezTo>
                  <a:cubicBezTo>
                    <a:pt x="1235" y="1535"/>
                    <a:pt x="1569" y="1202"/>
                    <a:pt x="1569" y="768"/>
                  </a:cubicBezTo>
                  <a:cubicBezTo>
                    <a:pt x="1569" y="334"/>
                    <a:pt x="1235" y="1"/>
                    <a:pt x="8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1046133" y="1874649"/>
              <a:ext cx="390630" cy="104825"/>
            </a:xfrm>
            <a:custGeom>
              <a:rect b="b" l="l" r="r" t="t"/>
              <a:pathLst>
                <a:path extrusionOk="0" h="3214" w="11977">
                  <a:moveTo>
                    <a:pt x="5171" y="1"/>
                  </a:moveTo>
                  <a:lnTo>
                    <a:pt x="1" y="435"/>
                  </a:lnTo>
                  <a:cubicBezTo>
                    <a:pt x="234" y="1068"/>
                    <a:pt x="334" y="1702"/>
                    <a:pt x="334" y="2369"/>
                  </a:cubicBezTo>
                  <a:cubicBezTo>
                    <a:pt x="1710" y="3120"/>
                    <a:pt x="4212" y="3214"/>
                    <a:pt x="5377" y="3214"/>
                  </a:cubicBezTo>
                  <a:cubicBezTo>
                    <a:pt x="5765" y="3214"/>
                    <a:pt x="6005" y="3203"/>
                    <a:pt x="6005" y="3203"/>
                  </a:cubicBezTo>
                  <a:cubicBezTo>
                    <a:pt x="6005" y="3203"/>
                    <a:pt x="6243" y="3214"/>
                    <a:pt x="6628" y="3214"/>
                  </a:cubicBezTo>
                  <a:cubicBezTo>
                    <a:pt x="7784" y="3214"/>
                    <a:pt x="10267" y="3120"/>
                    <a:pt x="11643" y="2369"/>
                  </a:cubicBezTo>
                  <a:cubicBezTo>
                    <a:pt x="11643" y="1702"/>
                    <a:pt x="11743" y="1068"/>
                    <a:pt x="11976" y="435"/>
                  </a:cubicBezTo>
                  <a:lnTo>
                    <a:pt x="6806" y="1"/>
                  </a:lnTo>
                  <a:lnTo>
                    <a:pt x="6005" y="968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1046133" y="1875758"/>
              <a:ext cx="390630" cy="68459"/>
            </a:xfrm>
            <a:custGeom>
              <a:rect b="b" l="l" r="r" t="t"/>
              <a:pathLst>
                <a:path extrusionOk="0" h="2099" w="11977">
                  <a:moveTo>
                    <a:pt x="5171" y="0"/>
                  </a:moveTo>
                  <a:lnTo>
                    <a:pt x="1" y="401"/>
                  </a:lnTo>
                  <a:cubicBezTo>
                    <a:pt x="168" y="934"/>
                    <a:pt x="301" y="1468"/>
                    <a:pt x="334" y="2002"/>
                  </a:cubicBezTo>
                  <a:cubicBezTo>
                    <a:pt x="1100" y="2067"/>
                    <a:pt x="1866" y="2099"/>
                    <a:pt x="2630" y="2099"/>
                  </a:cubicBezTo>
                  <a:cubicBezTo>
                    <a:pt x="5794" y="2099"/>
                    <a:pt x="8933" y="1549"/>
                    <a:pt x="11943" y="501"/>
                  </a:cubicBezTo>
                  <a:lnTo>
                    <a:pt x="11976" y="401"/>
                  </a:lnTo>
                  <a:lnTo>
                    <a:pt x="6806" y="0"/>
                  </a:lnTo>
                  <a:lnTo>
                    <a:pt x="6005" y="9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1003700" y="1768028"/>
              <a:ext cx="474385" cy="138222"/>
            </a:xfrm>
            <a:custGeom>
              <a:rect b="b" l="l" r="r" t="t"/>
              <a:pathLst>
                <a:path extrusionOk="0" h="4238" w="14545">
                  <a:moveTo>
                    <a:pt x="1" y="1"/>
                  </a:moveTo>
                  <a:lnTo>
                    <a:pt x="1" y="3036"/>
                  </a:lnTo>
                  <a:cubicBezTo>
                    <a:pt x="1" y="3704"/>
                    <a:pt x="3270" y="4237"/>
                    <a:pt x="7306" y="4237"/>
                  </a:cubicBezTo>
                  <a:cubicBezTo>
                    <a:pt x="11309" y="4237"/>
                    <a:pt x="14545" y="3704"/>
                    <a:pt x="14545" y="3036"/>
                  </a:cubicBezTo>
                  <a:lnTo>
                    <a:pt x="1454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1003700" y="1768028"/>
              <a:ext cx="475494" cy="64252"/>
            </a:xfrm>
            <a:custGeom>
              <a:rect b="b" l="l" r="r" t="t"/>
              <a:pathLst>
                <a:path extrusionOk="0" h="1970" w="14579">
                  <a:moveTo>
                    <a:pt x="1" y="1"/>
                  </a:moveTo>
                  <a:lnTo>
                    <a:pt x="1" y="1235"/>
                  </a:lnTo>
                  <a:cubicBezTo>
                    <a:pt x="1435" y="1669"/>
                    <a:pt x="4137" y="1969"/>
                    <a:pt x="7306" y="1969"/>
                  </a:cubicBezTo>
                  <a:cubicBezTo>
                    <a:pt x="10442" y="1969"/>
                    <a:pt x="13144" y="1669"/>
                    <a:pt x="14578" y="1235"/>
                  </a:cubicBezTo>
                  <a:lnTo>
                    <a:pt x="14578" y="1"/>
                  </a:ln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971085" y="1682086"/>
              <a:ext cx="540724" cy="128405"/>
            </a:xfrm>
            <a:custGeom>
              <a:rect b="b" l="l" r="r" t="t"/>
              <a:pathLst>
                <a:path extrusionOk="0" h="3937" w="16579">
                  <a:moveTo>
                    <a:pt x="0" y="1"/>
                  </a:moveTo>
                  <a:lnTo>
                    <a:pt x="0" y="2569"/>
                  </a:lnTo>
                  <a:cubicBezTo>
                    <a:pt x="0" y="3303"/>
                    <a:pt x="3703" y="3937"/>
                    <a:pt x="8273" y="3937"/>
                  </a:cubicBezTo>
                  <a:cubicBezTo>
                    <a:pt x="12876" y="3937"/>
                    <a:pt x="16579" y="3303"/>
                    <a:pt x="16579" y="2569"/>
                  </a:cubicBezTo>
                  <a:lnTo>
                    <a:pt x="16579" y="1"/>
                  </a:ln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1163647" y="1694056"/>
              <a:ext cx="57696" cy="116436"/>
            </a:xfrm>
            <a:custGeom>
              <a:rect b="b" l="l" r="r" t="t"/>
              <a:pathLst>
                <a:path extrusionOk="0" h="3570" w="1769">
                  <a:moveTo>
                    <a:pt x="0" y="1"/>
                  </a:moveTo>
                  <a:lnTo>
                    <a:pt x="0" y="3503"/>
                  </a:lnTo>
                  <a:cubicBezTo>
                    <a:pt x="568" y="3537"/>
                    <a:pt x="1168" y="3537"/>
                    <a:pt x="1768" y="3570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1072258" y="1694056"/>
              <a:ext cx="56587" cy="112098"/>
            </a:xfrm>
            <a:custGeom>
              <a:rect b="b" l="l" r="r" t="t"/>
              <a:pathLst>
                <a:path extrusionOk="0" h="3437" w="1735">
                  <a:moveTo>
                    <a:pt x="0" y="1"/>
                  </a:moveTo>
                  <a:lnTo>
                    <a:pt x="0" y="3270"/>
                  </a:lnTo>
                  <a:cubicBezTo>
                    <a:pt x="501" y="3336"/>
                    <a:pt x="1101" y="3370"/>
                    <a:pt x="1735" y="3436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1005885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2869"/>
                  </a:lnTo>
                  <a:cubicBezTo>
                    <a:pt x="434" y="2969"/>
                    <a:pt x="901" y="3070"/>
                    <a:pt x="1368" y="31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971085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2569"/>
                  </a:lnTo>
                  <a:cubicBezTo>
                    <a:pt x="0" y="2736"/>
                    <a:pt x="200" y="2903"/>
                    <a:pt x="534" y="30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1261560" y="1694056"/>
              <a:ext cx="56620" cy="116436"/>
            </a:xfrm>
            <a:custGeom>
              <a:rect b="b" l="l" r="r" t="t"/>
              <a:pathLst>
                <a:path extrusionOk="0" h="3570" w="1736">
                  <a:moveTo>
                    <a:pt x="1" y="1"/>
                  </a:moveTo>
                  <a:lnTo>
                    <a:pt x="1" y="3570"/>
                  </a:lnTo>
                  <a:cubicBezTo>
                    <a:pt x="601" y="3537"/>
                    <a:pt x="1201" y="3537"/>
                    <a:pt x="1735" y="3503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1354025" y="1694056"/>
              <a:ext cx="56620" cy="112098"/>
            </a:xfrm>
            <a:custGeom>
              <a:rect b="b" l="l" r="r" t="t"/>
              <a:pathLst>
                <a:path extrusionOk="0" h="3437" w="1736">
                  <a:moveTo>
                    <a:pt x="1" y="1"/>
                  </a:moveTo>
                  <a:lnTo>
                    <a:pt x="1" y="3436"/>
                  </a:lnTo>
                  <a:cubicBezTo>
                    <a:pt x="635" y="3370"/>
                    <a:pt x="1202" y="3336"/>
                    <a:pt x="1736" y="3270"/>
                  </a:cubicBezTo>
                  <a:lnTo>
                    <a:pt x="1736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1432368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3136"/>
                  </a:lnTo>
                  <a:cubicBezTo>
                    <a:pt x="468" y="3070"/>
                    <a:pt x="935" y="2969"/>
                    <a:pt x="1368" y="2869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1494403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3036"/>
                  </a:lnTo>
                  <a:cubicBezTo>
                    <a:pt x="334" y="2903"/>
                    <a:pt x="534" y="2736"/>
                    <a:pt x="534" y="2569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971085" y="1637500"/>
              <a:ext cx="540724" cy="89235"/>
            </a:xfrm>
            <a:custGeom>
              <a:rect b="b" l="l" r="r" t="t"/>
              <a:pathLst>
                <a:path extrusionOk="0" h="2736" w="16579">
                  <a:moveTo>
                    <a:pt x="8306" y="0"/>
                  </a:moveTo>
                  <a:cubicBezTo>
                    <a:pt x="3703" y="0"/>
                    <a:pt x="0" y="601"/>
                    <a:pt x="0" y="1368"/>
                  </a:cubicBezTo>
                  <a:cubicBezTo>
                    <a:pt x="0" y="2102"/>
                    <a:pt x="3703" y="2735"/>
                    <a:pt x="8306" y="2735"/>
                  </a:cubicBezTo>
                  <a:cubicBezTo>
                    <a:pt x="12876" y="2735"/>
                    <a:pt x="16579" y="2102"/>
                    <a:pt x="16579" y="1368"/>
                  </a:cubicBezTo>
                  <a:cubicBezTo>
                    <a:pt x="16579" y="601"/>
                    <a:pt x="12876" y="0"/>
                    <a:pt x="8306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1221312" y="2273962"/>
              <a:ext cx="399305" cy="514306"/>
            </a:xfrm>
            <a:custGeom>
              <a:rect b="b" l="l" r="r" t="t"/>
              <a:pathLst>
                <a:path extrusionOk="0" h="15769" w="12243">
                  <a:moveTo>
                    <a:pt x="12242" y="0"/>
                  </a:moveTo>
                  <a:cubicBezTo>
                    <a:pt x="12242" y="0"/>
                    <a:pt x="10108" y="1668"/>
                    <a:pt x="0" y="1668"/>
                  </a:cubicBezTo>
                  <a:lnTo>
                    <a:pt x="0" y="15511"/>
                  </a:lnTo>
                  <a:cubicBezTo>
                    <a:pt x="0" y="15511"/>
                    <a:pt x="1412" y="15769"/>
                    <a:pt x="3413" y="15769"/>
                  </a:cubicBezTo>
                  <a:cubicBezTo>
                    <a:pt x="5965" y="15769"/>
                    <a:pt x="9476" y="15350"/>
                    <a:pt x="12242" y="13443"/>
                  </a:cubicBezTo>
                  <a:lnTo>
                    <a:pt x="122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1436739" y="2328333"/>
              <a:ext cx="149083" cy="411275"/>
            </a:xfrm>
            <a:custGeom>
              <a:rect b="b" l="l" r="r" t="t"/>
              <a:pathLst>
                <a:path extrusionOk="0" h="12610" w="4571">
                  <a:moveTo>
                    <a:pt x="4570" y="1"/>
                  </a:moveTo>
                  <a:cubicBezTo>
                    <a:pt x="4570" y="1"/>
                    <a:pt x="3169" y="635"/>
                    <a:pt x="0" y="768"/>
                  </a:cubicBezTo>
                  <a:lnTo>
                    <a:pt x="0" y="12610"/>
                  </a:lnTo>
                  <a:cubicBezTo>
                    <a:pt x="0" y="12610"/>
                    <a:pt x="3536" y="12243"/>
                    <a:pt x="4570" y="10642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23"/>
          <p:cNvGrpSpPr/>
          <p:nvPr/>
        </p:nvGrpSpPr>
        <p:grpSpPr>
          <a:xfrm>
            <a:off x="6188091" y="2716563"/>
            <a:ext cx="354233" cy="644693"/>
            <a:chOff x="861202" y="1637500"/>
            <a:chExt cx="760484" cy="1384056"/>
          </a:xfrm>
        </p:grpSpPr>
        <p:sp>
          <p:nvSpPr>
            <p:cNvPr id="828" name="Google Shape;828;p23"/>
            <p:cNvSpPr/>
            <p:nvPr/>
          </p:nvSpPr>
          <p:spPr>
            <a:xfrm>
              <a:off x="861202" y="1927975"/>
              <a:ext cx="760484" cy="1093581"/>
            </a:xfrm>
            <a:custGeom>
              <a:rect b="b" l="l" r="r" t="t"/>
              <a:pathLst>
                <a:path extrusionOk="0" h="33530" w="23317">
                  <a:moveTo>
                    <a:pt x="6471" y="0"/>
                  </a:moveTo>
                  <a:cubicBezTo>
                    <a:pt x="6471" y="0"/>
                    <a:pt x="6471" y="2436"/>
                    <a:pt x="5104" y="2802"/>
                  </a:cubicBezTo>
                  <a:lnTo>
                    <a:pt x="4870" y="2802"/>
                  </a:lnTo>
                  <a:cubicBezTo>
                    <a:pt x="2135" y="2969"/>
                    <a:pt x="0" y="5238"/>
                    <a:pt x="33" y="8006"/>
                  </a:cubicBezTo>
                  <a:lnTo>
                    <a:pt x="33" y="28321"/>
                  </a:lnTo>
                  <a:cubicBezTo>
                    <a:pt x="33" y="30022"/>
                    <a:pt x="1101" y="31556"/>
                    <a:pt x="2702" y="32157"/>
                  </a:cubicBezTo>
                  <a:cubicBezTo>
                    <a:pt x="6018" y="33417"/>
                    <a:pt x="9941" y="33530"/>
                    <a:pt x="11236" y="33530"/>
                  </a:cubicBezTo>
                  <a:cubicBezTo>
                    <a:pt x="11518" y="33530"/>
                    <a:pt x="11675" y="33524"/>
                    <a:pt x="11675" y="33524"/>
                  </a:cubicBezTo>
                  <a:cubicBezTo>
                    <a:pt x="11675" y="33524"/>
                    <a:pt x="11829" y="33530"/>
                    <a:pt x="12105" y="33530"/>
                  </a:cubicBezTo>
                  <a:cubicBezTo>
                    <a:pt x="13401" y="33530"/>
                    <a:pt x="17387" y="33416"/>
                    <a:pt x="20715" y="32123"/>
                  </a:cubicBezTo>
                  <a:cubicBezTo>
                    <a:pt x="22283" y="31523"/>
                    <a:pt x="23283" y="29989"/>
                    <a:pt x="23283" y="28321"/>
                  </a:cubicBezTo>
                  <a:lnTo>
                    <a:pt x="23283" y="8006"/>
                  </a:lnTo>
                  <a:cubicBezTo>
                    <a:pt x="23317" y="5238"/>
                    <a:pt x="21182" y="2969"/>
                    <a:pt x="18447" y="2802"/>
                  </a:cubicBezTo>
                  <a:lnTo>
                    <a:pt x="18213" y="2802"/>
                  </a:lnTo>
                  <a:cubicBezTo>
                    <a:pt x="16879" y="2436"/>
                    <a:pt x="16879" y="0"/>
                    <a:pt x="16879" y="0"/>
                  </a:cubicBezTo>
                  <a:lnTo>
                    <a:pt x="11675" y="1602"/>
                  </a:lnTo>
                  <a:lnTo>
                    <a:pt x="6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915573" y="2328333"/>
              <a:ext cx="652822" cy="618119"/>
            </a:xfrm>
            <a:custGeom>
              <a:rect b="b" l="l" r="r" t="t"/>
              <a:pathLst>
                <a:path extrusionOk="0" h="18952" w="20016">
                  <a:moveTo>
                    <a:pt x="1" y="1"/>
                  </a:moveTo>
                  <a:lnTo>
                    <a:pt x="1" y="14445"/>
                  </a:lnTo>
                  <a:cubicBezTo>
                    <a:pt x="1" y="15912"/>
                    <a:pt x="902" y="17247"/>
                    <a:pt x="2269" y="17747"/>
                  </a:cubicBezTo>
                  <a:cubicBezTo>
                    <a:pt x="5305" y="18874"/>
                    <a:pt x="8892" y="18950"/>
                    <a:pt x="9794" y="18950"/>
                  </a:cubicBezTo>
                  <a:cubicBezTo>
                    <a:pt x="9933" y="18950"/>
                    <a:pt x="10008" y="18948"/>
                    <a:pt x="10008" y="18948"/>
                  </a:cubicBezTo>
                  <a:cubicBezTo>
                    <a:pt x="10008" y="18948"/>
                    <a:pt x="10122" y="18951"/>
                    <a:pt x="10328" y="18951"/>
                  </a:cubicBezTo>
                  <a:cubicBezTo>
                    <a:pt x="11382" y="18951"/>
                    <a:pt x="14850" y="18858"/>
                    <a:pt x="17780" y="17714"/>
                  </a:cubicBezTo>
                  <a:cubicBezTo>
                    <a:pt x="19115" y="17213"/>
                    <a:pt x="20015" y="15912"/>
                    <a:pt x="20015" y="14445"/>
                  </a:cubicBezTo>
                  <a:lnTo>
                    <a:pt x="2001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3"/>
            <p:cNvSpPr/>
            <p:nvPr/>
          </p:nvSpPr>
          <p:spPr>
            <a:xfrm>
              <a:off x="915573" y="2273962"/>
              <a:ext cx="651713" cy="115327"/>
            </a:xfrm>
            <a:custGeom>
              <a:rect b="b" l="l" r="r" t="t"/>
              <a:pathLst>
                <a:path extrusionOk="0" h="3536" w="19982">
                  <a:moveTo>
                    <a:pt x="10008" y="0"/>
                  </a:moveTo>
                  <a:cubicBezTo>
                    <a:pt x="4471" y="0"/>
                    <a:pt x="1" y="801"/>
                    <a:pt x="1" y="1768"/>
                  </a:cubicBezTo>
                  <a:cubicBezTo>
                    <a:pt x="1" y="2735"/>
                    <a:pt x="4471" y="3536"/>
                    <a:pt x="10008" y="3536"/>
                  </a:cubicBezTo>
                  <a:cubicBezTo>
                    <a:pt x="15512" y="3536"/>
                    <a:pt x="19982" y="2735"/>
                    <a:pt x="19982" y="1768"/>
                  </a:cubicBezTo>
                  <a:cubicBezTo>
                    <a:pt x="19982" y="801"/>
                    <a:pt x="15512" y="0"/>
                    <a:pt x="1000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1410613" y="2458893"/>
              <a:ext cx="100128" cy="100128"/>
            </a:xfrm>
            <a:custGeom>
              <a:rect b="b" l="l" r="r" t="t"/>
              <a:pathLst>
                <a:path extrusionOk="0" h="3070" w="307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070"/>
                    <a:pt x="1535" y="3070"/>
                  </a:cubicBezTo>
                  <a:cubicBezTo>
                    <a:pt x="2402" y="3070"/>
                    <a:pt x="3069" y="2369"/>
                    <a:pt x="3069" y="1535"/>
                  </a:cubicBezTo>
                  <a:cubicBezTo>
                    <a:pt x="3069" y="701"/>
                    <a:pt x="2402" y="1"/>
                    <a:pt x="1535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1261560" y="2479571"/>
              <a:ext cx="50097" cy="48988"/>
            </a:xfrm>
            <a:custGeom>
              <a:rect b="b" l="l" r="r" t="t"/>
              <a:pathLst>
                <a:path extrusionOk="0" h="1502" w="1536">
                  <a:moveTo>
                    <a:pt x="768" y="1"/>
                  </a:moveTo>
                  <a:cubicBezTo>
                    <a:pt x="334" y="1"/>
                    <a:pt x="1" y="334"/>
                    <a:pt x="1" y="734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35" y="1168"/>
                    <a:pt x="1535" y="734"/>
                  </a:cubicBezTo>
                  <a:cubicBezTo>
                    <a:pt x="1535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1311625" y="2637334"/>
              <a:ext cx="75080" cy="75112"/>
            </a:xfrm>
            <a:custGeom>
              <a:rect b="b" l="l" r="r" t="t"/>
              <a:pathLst>
                <a:path extrusionOk="0" h="2303" w="2302">
                  <a:moveTo>
                    <a:pt x="1134" y="0"/>
                  </a:moveTo>
                  <a:cubicBezTo>
                    <a:pt x="500" y="0"/>
                    <a:pt x="0" y="501"/>
                    <a:pt x="0" y="1168"/>
                  </a:cubicBezTo>
                  <a:cubicBezTo>
                    <a:pt x="0" y="1802"/>
                    <a:pt x="500" y="2302"/>
                    <a:pt x="1134" y="2302"/>
                  </a:cubicBezTo>
                  <a:cubicBezTo>
                    <a:pt x="1768" y="2302"/>
                    <a:pt x="2302" y="1802"/>
                    <a:pt x="2302" y="1168"/>
                  </a:cubicBezTo>
                  <a:cubicBezTo>
                    <a:pt x="2302" y="501"/>
                    <a:pt x="1768" y="0"/>
                    <a:pt x="1134" y="0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1128847" y="2615579"/>
              <a:ext cx="57663" cy="58772"/>
            </a:xfrm>
            <a:custGeom>
              <a:rect b="b" l="l" r="r" t="t"/>
              <a:pathLst>
                <a:path extrusionOk="0" h="1802" w="1768">
                  <a:moveTo>
                    <a:pt x="901" y="0"/>
                  </a:moveTo>
                  <a:cubicBezTo>
                    <a:pt x="400" y="0"/>
                    <a:pt x="0" y="401"/>
                    <a:pt x="0" y="901"/>
                  </a:cubicBezTo>
                  <a:cubicBezTo>
                    <a:pt x="0" y="1401"/>
                    <a:pt x="400" y="1802"/>
                    <a:pt x="901" y="1802"/>
                  </a:cubicBezTo>
                  <a:cubicBezTo>
                    <a:pt x="1368" y="1802"/>
                    <a:pt x="1768" y="1401"/>
                    <a:pt x="1768" y="901"/>
                  </a:cubicBezTo>
                  <a:cubicBezTo>
                    <a:pt x="1768" y="401"/>
                    <a:pt x="1368" y="0"/>
                    <a:pt x="90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3"/>
            <p:cNvSpPr/>
            <p:nvPr/>
          </p:nvSpPr>
          <p:spPr>
            <a:xfrm>
              <a:off x="1009147" y="2437138"/>
              <a:ext cx="91420" cy="91420"/>
            </a:xfrm>
            <a:custGeom>
              <a:rect b="b" l="l" r="r" t="t"/>
              <a:pathLst>
                <a:path extrusionOk="0" h="2803" w="2803">
                  <a:moveTo>
                    <a:pt x="1402" y="1"/>
                  </a:moveTo>
                  <a:cubicBezTo>
                    <a:pt x="634" y="1"/>
                    <a:pt x="1" y="634"/>
                    <a:pt x="1" y="1402"/>
                  </a:cubicBezTo>
                  <a:cubicBezTo>
                    <a:pt x="1" y="2169"/>
                    <a:pt x="634" y="2803"/>
                    <a:pt x="1402" y="2803"/>
                  </a:cubicBezTo>
                  <a:cubicBezTo>
                    <a:pt x="2169" y="2803"/>
                    <a:pt x="2803" y="2169"/>
                    <a:pt x="2803" y="1402"/>
                  </a:cubicBezTo>
                  <a:cubicBezTo>
                    <a:pt x="2803" y="634"/>
                    <a:pt x="2169" y="1"/>
                    <a:pt x="14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3"/>
            <p:cNvSpPr/>
            <p:nvPr/>
          </p:nvSpPr>
          <p:spPr>
            <a:xfrm>
              <a:off x="1016779" y="2768970"/>
              <a:ext cx="43541" cy="43541"/>
            </a:xfrm>
            <a:custGeom>
              <a:rect b="b" l="l" r="r" t="t"/>
              <a:pathLst>
                <a:path extrusionOk="0" h="1335" w="1335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5" y="1035"/>
                    <a:pt x="1335" y="668"/>
                  </a:cubicBezTo>
                  <a:cubicBezTo>
                    <a:pt x="1335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1163647" y="2812480"/>
              <a:ext cx="57696" cy="56620"/>
            </a:xfrm>
            <a:custGeom>
              <a:rect b="b" l="l" r="r" t="t"/>
              <a:pathLst>
                <a:path extrusionOk="0" h="1736" w="1769">
                  <a:moveTo>
                    <a:pt x="901" y="1"/>
                  </a:moveTo>
                  <a:cubicBezTo>
                    <a:pt x="401" y="1"/>
                    <a:pt x="0" y="368"/>
                    <a:pt x="0" y="868"/>
                  </a:cubicBezTo>
                  <a:cubicBezTo>
                    <a:pt x="0" y="1335"/>
                    <a:pt x="401" y="1735"/>
                    <a:pt x="901" y="1735"/>
                  </a:cubicBezTo>
                  <a:cubicBezTo>
                    <a:pt x="1368" y="1735"/>
                    <a:pt x="1768" y="1335"/>
                    <a:pt x="1768" y="868"/>
                  </a:cubicBezTo>
                  <a:cubicBezTo>
                    <a:pt x="1768" y="368"/>
                    <a:pt x="1368" y="1"/>
                    <a:pt x="901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1460646" y="2790725"/>
              <a:ext cx="51173" cy="50097"/>
            </a:xfrm>
            <a:custGeom>
              <a:rect b="b" l="l" r="r" t="t"/>
              <a:pathLst>
                <a:path extrusionOk="0" h="1536" w="1569">
                  <a:moveTo>
                    <a:pt x="802" y="1"/>
                  </a:moveTo>
                  <a:cubicBezTo>
                    <a:pt x="368" y="1"/>
                    <a:pt x="1" y="334"/>
                    <a:pt x="1" y="768"/>
                  </a:cubicBezTo>
                  <a:cubicBezTo>
                    <a:pt x="1" y="1202"/>
                    <a:pt x="368" y="1535"/>
                    <a:pt x="802" y="1535"/>
                  </a:cubicBezTo>
                  <a:cubicBezTo>
                    <a:pt x="1235" y="1535"/>
                    <a:pt x="1569" y="1202"/>
                    <a:pt x="1569" y="768"/>
                  </a:cubicBezTo>
                  <a:cubicBezTo>
                    <a:pt x="1569" y="334"/>
                    <a:pt x="1235" y="1"/>
                    <a:pt x="8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1046133" y="1874649"/>
              <a:ext cx="390630" cy="104825"/>
            </a:xfrm>
            <a:custGeom>
              <a:rect b="b" l="l" r="r" t="t"/>
              <a:pathLst>
                <a:path extrusionOk="0" h="3214" w="11977">
                  <a:moveTo>
                    <a:pt x="5171" y="1"/>
                  </a:moveTo>
                  <a:lnTo>
                    <a:pt x="1" y="435"/>
                  </a:lnTo>
                  <a:cubicBezTo>
                    <a:pt x="234" y="1068"/>
                    <a:pt x="334" y="1702"/>
                    <a:pt x="334" y="2369"/>
                  </a:cubicBezTo>
                  <a:cubicBezTo>
                    <a:pt x="1710" y="3120"/>
                    <a:pt x="4212" y="3214"/>
                    <a:pt x="5377" y="3214"/>
                  </a:cubicBezTo>
                  <a:cubicBezTo>
                    <a:pt x="5765" y="3214"/>
                    <a:pt x="6005" y="3203"/>
                    <a:pt x="6005" y="3203"/>
                  </a:cubicBezTo>
                  <a:cubicBezTo>
                    <a:pt x="6005" y="3203"/>
                    <a:pt x="6243" y="3214"/>
                    <a:pt x="6628" y="3214"/>
                  </a:cubicBezTo>
                  <a:cubicBezTo>
                    <a:pt x="7784" y="3214"/>
                    <a:pt x="10267" y="3120"/>
                    <a:pt x="11643" y="2369"/>
                  </a:cubicBezTo>
                  <a:cubicBezTo>
                    <a:pt x="11643" y="1702"/>
                    <a:pt x="11743" y="1068"/>
                    <a:pt x="11976" y="435"/>
                  </a:cubicBezTo>
                  <a:lnTo>
                    <a:pt x="6806" y="1"/>
                  </a:lnTo>
                  <a:lnTo>
                    <a:pt x="6005" y="968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3"/>
            <p:cNvSpPr/>
            <p:nvPr/>
          </p:nvSpPr>
          <p:spPr>
            <a:xfrm>
              <a:off x="1046133" y="1875758"/>
              <a:ext cx="390630" cy="68459"/>
            </a:xfrm>
            <a:custGeom>
              <a:rect b="b" l="l" r="r" t="t"/>
              <a:pathLst>
                <a:path extrusionOk="0" h="2099" w="11977">
                  <a:moveTo>
                    <a:pt x="5171" y="0"/>
                  </a:moveTo>
                  <a:lnTo>
                    <a:pt x="1" y="401"/>
                  </a:lnTo>
                  <a:cubicBezTo>
                    <a:pt x="168" y="934"/>
                    <a:pt x="301" y="1468"/>
                    <a:pt x="334" y="2002"/>
                  </a:cubicBezTo>
                  <a:cubicBezTo>
                    <a:pt x="1100" y="2067"/>
                    <a:pt x="1866" y="2099"/>
                    <a:pt x="2630" y="2099"/>
                  </a:cubicBezTo>
                  <a:cubicBezTo>
                    <a:pt x="5794" y="2099"/>
                    <a:pt x="8933" y="1549"/>
                    <a:pt x="11943" y="501"/>
                  </a:cubicBezTo>
                  <a:lnTo>
                    <a:pt x="11976" y="401"/>
                  </a:lnTo>
                  <a:lnTo>
                    <a:pt x="6806" y="0"/>
                  </a:lnTo>
                  <a:lnTo>
                    <a:pt x="6005" y="9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3"/>
            <p:cNvSpPr/>
            <p:nvPr/>
          </p:nvSpPr>
          <p:spPr>
            <a:xfrm>
              <a:off x="1003700" y="1768028"/>
              <a:ext cx="474385" cy="138222"/>
            </a:xfrm>
            <a:custGeom>
              <a:rect b="b" l="l" r="r" t="t"/>
              <a:pathLst>
                <a:path extrusionOk="0" h="4238" w="14545">
                  <a:moveTo>
                    <a:pt x="1" y="1"/>
                  </a:moveTo>
                  <a:lnTo>
                    <a:pt x="1" y="3036"/>
                  </a:lnTo>
                  <a:cubicBezTo>
                    <a:pt x="1" y="3704"/>
                    <a:pt x="3270" y="4237"/>
                    <a:pt x="7306" y="4237"/>
                  </a:cubicBezTo>
                  <a:cubicBezTo>
                    <a:pt x="11309" y="4237"/>
                    <a:pt x="14545" y="3704"/>
                    <a:pt x="14545" y="3036"/>
                  </a:cubicBezTo>
                  <a:lnTo>
                    <a:pt x="1454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1003700" y="1768028"/>
              <a:ext cx="475494" cy="64252"/>
            </a:xfrm>
            <a:custGeom>
              <a:rect b="b" l="l" r="r" t="t"/>
              <a:pathLst>
                <a:path extrusionOk="0" h="1970" w="14579">
                  <a:moveTo>
                    <a:pt x="1" y="1"/>
                  </a:moveTo>
                  <a:lnTo>
                    <a:pt x="1" y="1235"/>
                  </a:lnTo>
                  <a:cubicBezTo>
                    <a:pt x="1435" y="1669"/>
                    <a:pt x="4137" y="1969"/>
                    <a:pt x="7306" y="1969"/>
                  </a:cubicBezTo>
                  <a:cubicBezTo>
                    <a:pt x="10442" y="1969"/>
                    <a:pt x="13144" y="1669"/>
                    <a:pt x="14578" y="1235"/>
                  </a:cubicBezTo>
                  <a:lnTo>
                    <a:pt x="14578" y="1"/>
                  </a:ln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971085" y="1682086"/>
              <a:ext cx="540724" cy="128405"/>
            </a:xfrm>
            <a:custGeom>
              <a:rect b="b" l="l" r="r" t="t"/>
              <a:pathLst>
                <a:path extrusionOk="0" h="3937" w="16579">
                  <a:moveTo>
                    <a:pt x="0" y="1"/>
                  </a:moveTo>
                  <a:lnTo>
                    <a:pt x="0" y="2569"/>
                  </a:lnTo>
                  <a:cubicBezTo>
                    <a:pt x="0" y="3303"/>
                    <a:pt x="3703" y="3937"/>
                    <a:pt x="8273" y="3937"/>
                  </a:cubicBezTo>
                  <a:cubicBezTo>
                    <a:pt x="12876" y="3937"/>
                    <a:pt x="16579" y="3303"/>
                    <a:pt x="16579" y="2569"/>
                  </a:cubicBezTo>
                  <a:lnTo>
                    <a:pt x="16579" y="1"/>
                  </a:ln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1163647" y="1694056"/>
              <a:ext cx="57696" cy="116436"/>
            </a:xfrm>
            <a:custGeom>
              <a:rect b="b" l="l" r="r" t="t"/>
              <a:pathLst>
                <a:path extrusionOk="0" h="3570" w="1769">
                  <a:moveTo>
                    <a:pt x="0" y="1"/>
                  </a:moveTo>
                  <a:lnTo>
                    <a:pt x="0" y="3503"/>
                  </a:lnTo>
                  <a:cubicBezTo>
                    <a:pt x="568" y="3537"/>
                    <a:pt x="1168" y="3537"/>
                    <a:pt x="1768" y="3570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1072258" y="1694056"/>
              <a:ext cx="56587" cy="112098"/>
            </a:xfrm>
            <a:custGeom>
              <a:rect b="b" l="l" r="r" t="t"/>
              <a:pathLst>
                <a:path extrusionOk="0" h="3437" w="1735">
                  <a:moveTo>
                    <a:pt x="0" y="1"/>
                  </a:moveTo>
                  <a:lnTo>
                    <a:pt x="0" y="3270"/>
                  </a:lnTo>
                  <a:cubicBezTo>
                    <a:pt x="501" y="3336"/>
                    <a:pt x="1101" y="3370"/>
                    <a:pt x="1735" y="3436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3"/>
            <p:cNvSpPr/>
            <p:nvPr/>
          </p:nvSpPr>
          <p:spPr>
            <a:xfrm>
              <a:off x="1005885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2869"/>
                  </a:lnTo>
                  <a:cubicBezTo>
                    <a:pt x="434" y="2969"/>
                    <a:pt x="901" y="3070"/>
                    <a:pt x="1368" y="31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3"/>
            <p:cNvSpPr/>
            <p:nvPr/>
          </p:nvSpPr>
          <p:spPr>
            <a:xfrm>
              <a:off x="971085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2569"/>
                  </a:lnTo>
                  <a:cubicBezTo>
                    <a:pt x="0" y="2736"/>
                    <a:pt x="200" y="2903"/>
                    <a:pt x="534" y="30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3"/>
            <p:cNvSpPr/>
            <p:nvPr/>
          </p:nvSpPr>
          <p:spPr>
            <a:xfrm>
              <a:off x="1261560" y="1694056"/>
              <a:ext cx="56620" cy="116436"/>
            </a:xfrm>
            <a:custGeom>
              <a:rect b="b" l="l" r="r" t="t"/>
              <a:pathLst>
                <a:path extrusionOk="0" h="3570" w="1736">
                  <a:moveTo>
                    <a:pt x="1" y="1"/>
                  </a:moveTo>
                  <a:lnTo>
                    <a:pt x="1" y="3570"/>
                  </a:lnTo>
                  <a:cubicBezTo>
                    <a:pt x="601" y="3537"/>
                    <a:pt x="1201" y="3537"/>
                    <a:pt x="1735" y="3503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1354025" y="1694056"/>
              <a:ext cx="56620" cy="112098"/>
            </a:xfrm>
            <a:custGeom>
              <a:rect b="b" l="l" r="r" t="t"/>
              <a:pathLst>
                <a:path extrusionOk="0" h="3437" w="1736">
                  <a:moveTo>
                    <a:pt x="1" y="1"/>
                  </a:moveTo>
                  <a:lnTo>
                    <a:pt x="1" y="3436"/>
                  </a:lnTo>
                  <a:cubicBezTo>
                    <a:pt x="635" y="3370"/>
                    <a:pt x="1202" y="3336"/>
                    <a:pt x="1736" y="3270"/>
                  </a:cubicBezTo>
                  <a:lnTo>
                    <a:pt x="1736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1432368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3136"/>
                  </a:lnTo>
                  <a:cubicBezTo>
                    <a:pt x="468" y="3070"/>
                    <a:pt x="935" y="2969"/>
                    <a:pt x="1368" y="2869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1494403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3036"/>
                  </a:lnTo>
                  <a:cubicBezTo>
                    <a:pt x="334" y="2903"/>
                    <a:pt x="534" y="2736"/>
                    <a:pt x="534" y="2569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971085" y="1637500"/>
              <a:ext cx="540724" cy="89235"/>
            </a:xfrm>
            <a:custGeom>
              <a:rect b="b" l="l" r="r" t="t"/>
              <a:pathLst>
                <a:path extrusionOk="0" h="2736" w="16579">
                  <a:moveTo>
                    <a:pt x="8306" y="0"/>
                  </a:moveTo>
                  <a:cubicBezTo>
                    <a:pt x="3703" y="0"/>
                    <a:pt x="0" y="601"/>
                    <a:pt x="0" y="1368"/>
                  </a:cubicBezTo>
                  <a:cubicBezTo>
                    <a:pt x="0" y="2102"/>
                    <a:pt x="3703" y="2735"/>
                    <a:pt x="8306" y="2735"/>
                  </a:cubicBezTo>
                  <a:cubicBezTo>
                    <a:pt x="12876" y="2735"/>
                    <a:pt x="16579" y="2102"/>
                    <a:pt x="16579" y="1368"/>
                  </a:cubicBezTo>
                  <a:cubicBezTo>
                    <a:pt x="16579" y="601"/>
                    <a:pt x="12876" y="0"/>
                    <a:pt x="8306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1221312" y="2273962"/>
              <a:ext cx="399305" cy="514306"/>
            </a:xfrm>
            <a:custGeom>
              <a:rect b="b" l="l" r="r" t="t"/>
              <a:pathLst>
                <a:path extrusionOk="0" h="15769" w="12243">
                  <a:moveTo>
                    <a:pt x="12242" y="0"/>
                  </a:moveTo>
                  <a:cubicBezTo>
                    <a:pt x="12242" y="0"/>
                    <a:pt x="10108" y="1668"/>
                    <a:pt x="0" y="1668"/>
                  </a:cubicBezTo>
                  <a:lnTo>
                    <a:pt x="0" y="15511"/>
                  </a:lnTo>
                  <a:cubicBezTo>
                    <a:pt x="0" y="15511"/>
                    <a:pt x="1412" y="15769"/>
                    <a:pt x="3413" y="15769"/>
                  </a:cubicBezTo>
                  <a:cubicBezTo>
                    <a:pt x="5965" y="15769"/>
                    <a:pt x="9476" y="15350"/>
                    <a:pt x="12242" y="13443"/>
                  </a:cubicBezTo>
                  <a:lnTo>
                    <a:pt x="122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>
              <a:off x="1436739" y="2328333"/>
              <a:ext cx="149083" cy="411275"/>
            </a:xfrm>
            <a:custGeom>
              <a:rect b="b" l="l" r="r" t="t"/>
              <a:pathLst>
                <a:path extrusionOk="0" h="12610" w="4571">
                  <a:moveTo>
                    <a:pt x="4570" y="1"/>
                  </a:moveTo>
                  <a:cubicBezTo>
                    <a:pt x="4570" y="1"/>
                    <a:pt x="3169" y="635"/>
                    <a:pt x="0" y="768"/>
                  </a:cubicBezTo>
                  <a:lnTo>
                    <a:pt x="0" y="12610"/>
                  </a:lnTo>
                  <a:cubicBezTo>
                    <a:pt x="0" y="12610"/>
                    <a:pt x="3536" y="12243"/>
                    <a:pt x="4570" y="10642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5" name="Google Shape;855;p23"/>
          <p:cNvGrpSpPr/>
          <p:nvPr/>
        </p:nvGrpSpPr>
        <p:grpSpPr>
          <a:xfrm>
            <a:off x="5717716" y="2716563"/>
            <a:ext cx="354233" cy="644693"/>
            <a:chOff x="861202" y="1637500"/>
            <a:chExt cx="760484" cy="1384056"/>
          </a:xfrm>
        </p:grpSpPr>
        <p:sp>
          <p:nvSpPr>
            <p:cNvPr id="856" name="Google Shape;856;p23"/>
            <p:cNvSpPr/>
            <p:nvPr/>
          </p:nvSpPr>
          <p:spPr>
            <a:xfrm>
              <a:off x="861202" y="1927975"/>
              <a:ext cx="760484" cy="1093581"/>
            </a:xfrm>
            <a:custGeom>
              <a:rect b="b" l="l" r="r" t="t"/>
              <a:pathLst>
                <a:path extrusionOk="0" h="33530" w="23317">
                  <a:moveTo>
                    <a:pt x="6471" y="0"/>
                  </a:moveTo>
                  <a:cubicBezTo>
                    <a:pt x="6471" y="0"/>
                    <a:pt x="6471" y="2436"/>
                    <a:pt x="5104" y="2802"/>
                  </a:cubicBezTo>
                  <a:lnTo>
                    <a:pt x="4870" y="2802"/>
                  </a:lnTo>
                  <a:cubicBezTo>
                    <a:pt x="2135" y="2969"/>
                    <a:pt x="0" y="5238"/>
                    <a:pt x="33" y="8006"/>
                  </a:cubicBezTo>
                  <a:lnTo>
                    <a:pt x="33" y="28321"/>
                  </a:lnTo>
                  <a:cubicBezTo>
                    <a:pt x="33" y="30022"/>
                    <a:pt x="1101" y="31556"/>
                    <a:pt x="2702" y="32157"/>
                  </a:cubicBezTo>
                  <a:cubicBezTo>
                    <a:pt x="6018" y="33417"/>
                    <a:pt x="9941" y="33530"/>
                    <a:pt x="11236" y="33530"/>
                  </a:cubicBezTo>
                  <a:cubicBezTo>
                    <a:pt x="11518" y="33530"/>
                    <a:pt x="11675" y="33524"/>
                    <a:pt x="11675" y="33524"/>
                  </a:cubicBezTo>
                  <a:cubicBezTo>
                    <a:pt x="11675" y="33524"/>
                    <a:pt x="11829" y="33530"/>
                    <a:pt x="12105" y="33530"/>
                  </a:cubicBezTo>
                  <a:cubicBezTo>
                    <a:pt x="13401" y="33530"/>
                    <a:pt x="17387" y="33416"/>
                    <a:pt x="20715" y="32123"/>
                  </a:cubicBezTo>
                  <a:cubicBezTo>
                    <a:pt x="22283" y="31523"/>
                    <a:pt x="23283" y="29989"/>
                    <a:pt x="23283" y="28321"/>
                  </a:cubicBezTo>
                  <a:lnTo>
                    <a:pt x="23283" y="8006"/>
                  </a:lnTo>
                  <a:cubicBezTo>
                    <a:pt x="23317" y="5238"/>
                    <a:pt x="21182" y="2969"/>
                    <a:pt x="18447" y="2802"/>
                  </a:cubicBezTo>
                  <a:lnTo>
                    <a:pt x="18213" y="2802"/>
                  </a:lnTo>
                  <a:cubicBezTo>
                    <a:pt x="16879" y="2436"/>
                    <a:pt x="16879" y="0"/>
                    <a:pt x="16879" y="0"/>
                  </a:cubicBezTo>
                  <a:lnTo>
                    <a:pt x="11675" y="1602"/>
                  </a:lnTo>
                  <a:lnTo>
                    <a:pt x="6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915573" y="2328333"/>
              <a:ext cx="652822" cy="618119"/>
            </a:xfrm>
            <a:custGeom>
              <a:rect b="b" l="l" r="r" t="t"/>
              <a:pathLst>
                <a:path extrusionOk="0" h="18952" w="20016">
                  <a:moveTo>
                    <a:pt x="1" y="1"/>
                  </a:moveTo>
                  <a:lnTo>
                    <a:pt x="1" y="14445"/>
                  </a:lnTo>
                  <a:cubicBezTo>
                    <a:pt x="1" y="15912"/>
                    <a:pt x="902" y="17247"/>
                    <a:pt x="2269" y="17747"/>
                  </a:cubicBezTo>
                  <a:cubicBezTo>
                    <a:pt x="5305" y="18874"/>
                    <a:pt x="8892" y="18950"/>
                    <a:pt x="9794" y="18950"/>
                  </a:cubicBezTo>
                  <a:cubicBezTo>
                    <a:pt x="9933" y="18950"/>
                    <a:pt x="10008" y="18948"/>
                    <a:pt x="10008" y="18948"/>
                  </a:cubicBezTo>
                  <a:cubicBezTo>
                    <a:pt x="10008" y="18948"/>
                    <a:pt x="10122" y="18951"/>
                    <a:pt x="10328" y="18951"/>
                  </a:cubicBezTo>
                  <a:cubicBezTo>
                    <a:pt x="11382" y="18951"/>
                    <a:pt x="14850" y="18858"/>
                    <a:pt x="17780" y="17714"/>
                  </a:cubicBezTo>
                  <a:cubicBezTo>
                    <a:pt x="19115" y="17213"/>
                    <a:pt x="20015" y="15912"/>
                    <a:pt x="20015" y="14445"/>
                  </a:cubicBezTo>
                  <a:lnTo>
                    <a:pt x="2001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915573" y="2273962"/>
              <a:ext cx="651713" cy="115327"/>
            </a:xfrm>
            <a:custGeom>
              <a:rect b="b" l="l" r="r" t="t"/>
              <a:pathLst>
                <a:path extrusionOk="0" h="3536" w="19982">
                  <a:moveTo>
                    <a:pt x="10008" y="0"/>
                  </a:moveTo>
                  <a:cubicBezTo>
                    <a:pt x="4471" y="0"/>
                    <a:pt x="1" y="801"/>
                    <a:pt x="1" y="1768"/>
                  </a:cubicBezTo>
                  <a:cubicBezTo>
                    <a:pt x="1" y="2735"/>
                    <a:pt x="4471" y="3536"/>
                    <a:pt x="10008" y="3536"/>
                  </a:cubicBezTo>
                  <a:cubicBezTo>
                    <a:pt x="15512" y="3536"/>
                    <a:pt x="19982" y="2735"/>
                    <a:pt x="19982" y="1768"/>
                  </a:cubicBezTo>
                  <a:cubicBezTo>
                    <a:pt x="19982" y="801"/>
                    <a:pt x="15512" y="0"/>
                    <a:pt x="1000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1410613" y="2458893"/>
              <a:ext cx="100128" cy="100128"/>
            </a:xfrm>
            <a:custGeom>
              <a:rect b="b" l="l" r="r" t="t"/>
              <a:pathLst>
                <a:path extrusionOk="0" h="3070" w="307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070"/>
                    <a:pt x="1535" y="3070"/>
                  </a:cubicBezTo>
                  <a:cubicBezTo>
                    <a:pt x="2402" y="3070"/>
                    <a:pt x="3069" y="2369"/>
                    <a:pt x="3069" y="1535"/>
                  </a:cubicBezTo>
                  <a:cubicBezTo>
                    <a:pt x="3069" y="701"/>
                    <a:pt x="2402" y="1"/>
                    <a:pt x="1535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1261560" y="2479571"/>
              <a:ext cx="50097" cy="48988"/>
            </a:xfrm>
            <a:custGeom>
              <a:rect b="b" l="l" r="r" t="t"/>
              <a:pathLst>
                <a:path extrusionOk="0" h="1502" w="1536">
                  <a:moveTo>
                    <a:pt x="768" y="1"/>
                  </a:moveTo>
                  <a:cubicBezTo>
                    <a:pt x="334" y="1"/>
                    <a:pt x="1" y="334"/>
                    <a:pt x="1" y="734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35" y="1168"/>
                    <a:pt x="1535" y="734"/>
                  </a:cubicBezTo>
                  <a:cubicBezTo>
                    <a:pt x="1535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1311625" y="2637334"/>
              <a:ext cx="75080" cy="75112"/>
            </a:xfrm>
            <a:custGeom>
              <a:rect b="b" l="l" r="r" t="t"/>
              <a:pathLst>
                <a:path extrusionOk="0" h="2303" w="2302">
                  <a:moveTo>
                    <a:pt x="1134" y="0"/>
                  </a:moveTo>
                  <a:cubicBezTo>
                    <a:pt x="500" y="0"/>
                    <a:pt x="0" y="501"/>
                    <a:pt x="0" y="1168"/>
                  </a:cubicBezTo>
                  <a:cubicBezTo>
                    <a:pt x="0" y="1802"/>
                    <a:pt x="500" y="2302"/>
                    <a:pt x="1134" y="2302"/>
                  </a:cubicBezTo>
                  <a:cubicBezTo>
                    <a:pt x="1768" y="2302"/>
                    <a:pt x="2302" y="1802"/>
                    <a:pt x="2302" y="1168"/>
                  </a:cubicBezTo>
                  <a:cubicBezTo>
                    <a:pt x="2302" y="501"/>
                    <a:pt x="1768" y="0"/>
                    <a:pt x="1134" y="0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1128847" y="2615579"/>
              <a:ext cx="57663" cy="58772"/>
            </a:xfrm>
            <a:custGeom>
              <a:rect b="b" l="l" r="r" t="t"/>
              <a:pathLst>
                <a:path extrusionOk="0" h="1802" w="1768">
                  <a:moveTo>
                    <a:pt x="901" y="0"/>
                  </a:moveTo>
                  <a:cubicBezTo>
                    <a:pt x="400" y="0"/>
                    <a:pt x="0" y="401"/>
                    <a:pt x="0" y="901"/>
                  </a:cubicBezTo>
                  <a:cubicBezTo>
                    <a:pt x="0" y="1401"/>
                    <a:pt x="400" y="1802"/>
                    <a:pt x="901" y="1802"/>
                  </a:cubicBezTo>
                  <a:cubicBezTo>
                    <a:pt x="1368" y="1802"/>
                    <a:pt x="1768" y="1401"/>
                    <a:pt x="1768" y="901"/>
                  </a:cubicBezTo>
                  <a:cubicBezTo>
                    <a:pt x="1768" y="401"/>
                    <a:pt x="1368" y="0"/>
                    <a:pt x="90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1009147" y="2437138"/>
              <a:ext cx="91420" cy="91420"/>
            </a:xfrm>
            <a:custGeom>
              <a:rect b="b" l="l" r="r" t="t"/>
              <a:pathLst>
                <a:path extrusionOk="0" h="2803" w="2803">
                  <a:moveTo>
                    <a:pt x="1402" y="1"/>
                  </a:moveTo>
                  <a:cubicBezTo>
                    <a:pt x="634" y="1"/>
                    <a:pt x="1" y="634"/>
                    <a:pt x="1" y="1402"/>
                  </a:cubicBezTo>
                  <a:cubicBezTo>
                    <a:pt x="1" y="2169"/>
                    <a:pt x="634" y="2803"/>
                    <a:pt x="1402" y="2803"/>
                  </a:cubicBezTo>
                  <a:cubicBezTo>
                    <a:pt x="2169" y="2803"/>
                    <a:pt x="2803" y="2169"/>
                    <a:pt x="2803" y="1402"/>
                  </a:cubicBezTo>
                  <a:cubicBezTo>
                    <a:pt x="2803" y="634"/>
                    <a:pt x="2169" y="1"/>
                    <a:pt x="14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1016779" y="2768970"/>
              <a:ext cx="43541" cy="43541"/>
            </a:xfrm>
            <a:custGeom>
              <a:rect b="b" l="l" r="r" t="t"/>
              <a:pathLst>
                <a:path extrusionOk="0" h="1335" w="1335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5" y="1035"/>
                    <a:pt x="1335" y="668"/>
                  </a:cubicBezTo>
                  <a:cubicBezTo>
                    <a:pt x="1335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1163647" y="2812480"/>
              <a:ext cx="57696" cy="56620"/>
            </a:xfrm>
            <a:custGeom>
              <a:rect b="b" l="l" r="r" t="t"/>
              <a:pathLst>
                <a:path extrusionOk="0" h="1736" w="1769">
                  <a:moveTo>
                    <a:pt x="901" y="1"/>
                  </a:moveTo>
                  <a:cubicBezTo>
                    <a:pt x="401" y="1"/>
                    <a:pt x="0" y="368"/>
                    <a:pt x="0" y="868"/>
                  </a:cubicBezTo>
                  <a:cubicBezTo>
                    <a:pt x="0" y="1335"/>
                    <a:pt x="401" y="1735"/>
                    <a:pt x="901" y="1735"/>
                  </a:cubicBezTo>
                  <a:cubicBezTo>
                    <a:pt x="1368" y="1735"/>
                    <a:pt x="1768" y="1335"/>
                    <a:pt x="1768" y="868"/>
                  </a:cubicBezTo>
                  <a:cubicBezTo>
                    <a:pt x="1768" y="368"/>
                    <a:pt x="1368" y="1"/>
                    <a:pt x="901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1460646" y="2790725"/>
              <a:ext cx="51173" cy="50097"/>
            </a:xfrm>
            <a:custGeom>
              <a:rect b="b" l="l" r="r" t="t"/>
              <a:pathLst>
                <a:path extrusionOk="0" h="1536" w="1569">
                  <a:moveTo>
                    <a:pt x="802" y="1"/>
                  </a:moveTo>
                  <a:cubicBezTo>
                    <a:pt x="368" y="1"/>
                    <a:pt x="1" y="334"/>
                    <a:pt x="1" y="768"/>
                  </a:cubicBezTo>
                  <a:cubicBezTo>
                    <a:pt x="1" y="1202"/>
                    <a:pt x="368" y="1535"/>
                    <a:pt x="802" y="1535"/>
                  </a:cubicBezTo>
                  <a:cubicBezTo>
                    <a:pt x="1235" y="1535"/>
                    <a:pt x="1569" y="1202"/>
                    <a:pt x="1569" y="768"/>
                  </a:cubicBezTo>
                  <a:cubicBezTo>
                    <a:pt x="1569" y="334"/>
                    <a:pt x="1235" y="1"/>
                    <a:pt x="8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>
              <a:off x="1046133" y="1874649"/>
              <a:ext cx="390630" cy="104825"/>
            </a:xfrm>
            <a:custGeom>
              <a:rect b="b" l="l" r="r" t="t"/>
              <a:pathLst>
                <a:path extrusionOk="0" h="3214" w="11977">
                  <a:moveTo>
                    <a:pt x="5171" y="1"/>
                  </a:moveTo>
                  <a:lnTo>
                    <a:pt x="1" y="435"/>
                  </a:lnTo>
                  <a:cubicBezTo>
                    <a:pt x="234" y="1068"/>
                    <a:pt x="334" y="1702"/>
                    <a:pt x="334" y="2369"/>
                  </a:cubicBezTo>
                  <a:cubicBezTo>
                    <a:pt x="1710" y="3120"/>
                    <a:pt x="4212" y="3214"/>
                    <a:pt x="5377" y="3214"/>
                  </a:cubicBezTo>
                  <a:cubicBezTo>
                    <a:pt x="5765" y="3214"/>
                    <a:pt x="6005" y="3203"/>
                    <a:pt x="6005" y="3203"/>
                  </a:cubicBezTo>
                  <a:cubicBezTo>
                    <a:pt x="6005" y="3203"/>
                    <a:pt x="6243" y="3214"/>
                    <a:pt x="6628" y="3214"/>
                  </a:cubicBezTo>
                  <a:cubicBezTo>
                    <a:pt x="7784" y="3214"/>
                    <a:pt x="10267" y="3120"/>
                    <a:pt x="11643" y="2369"/>
                  </a:cubicBezTo>
                  <a:cubicBezTo>
                    <a:pt x="11643" y="1702"/>
                    <a:pt x="11743" y="1068"/>
                    <a:pt x="11976" y="435"/>
                  </a:cubicBezTo>
                  <a:lnTo>
                    <a:pt x="6806" y="1"/>
                  </a:lnTo>
                  <a:lnTo>
                    <a:pt x="6005" y="968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1046133" y="1875758"/>
              <a:ext cx="390630" cy="68459"/>
            </a:xfrm>
            <a:custGeom>
              <a:rect b="b" l="l" r="r" t="t"/>
              <a:pathLst>
                <a:path extrusionOk="0" h="2099" w="11977">
                  <a:moveTo>
                    <a:pt x="5171" y="0"/>
                  </a:moveTo>
                  <a:lnTo>
                    <a:pt x="1" y="401"/>
                  </a:lnTo>
                  <a:cubicBezTo>
                    <a:pt x="168" y="934"/>
                    <a:pt x="301" y="1468"/>
                    <a:pt x="334" y="2002"/>
                  </a:cubicBezTo>
                  <a:cubicBezTo>
                    <a:pt x="1100" y="2067"/>
                    <a:pt x="1866" y="2099"/>
                    <a:pt x="2630" y="2099"/>
                  </a:cubicBezTo>
                  <a:cubicBezTo>
                    <a:pt x="5794" y="2099"/>
                    <a:pt x="8933" y="1549"/>
                    <a:pt x="11943" y="501"/>
                  </a:cubicBezTo>
                  <a:lnTo>
                    <a:pt x="11976" y="401"/>
                  </a:lnTo>
                  <a:lnTo>
                    <a:pt x="6806" y="0"/>
                  </a:lnTo>
                  <a:lnTo>
                    <a:pt x="6005" y="9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1003700" y="1768028"/>
              <a:ext cx="474385" cy="138222"/>
            </a:xfrm>
            <a:custGeom>
              <a:rect b="b" l="l" r="r" t="t"/>
              <a:pathLst>
                <a:path extrusionOk="0" h="4238" w="14545">
                  <a:moveTo>
                    <a:pt x="1" y="1"/>
                  </a:moveTo>
                  <a:lnTo>
                    <a:pt x="1" y="3036"/>
                  </a:lnTo>
                  <a:cubicBezTo>
                    <a:pt x="1" y="3704"/>
                    <a:pt x="3270" y="4237"/>
                    <a:pt x="7306" y="4237"/>
                  </a:cubicBezTo>
                  <a:cubicBezTo>
                    <a:pt x="11309" y="4237"/>
                    <a:pt x="14545" y="3704"/>
                    <a:pt x="14545" y="3036"/>
                  </a:cubicBezTo>
                  <a:lnTo>
                    <a:pt x="1454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1003700" y="1768028"/>
              <a:ext cx="475494" cy="64252"/>
            </a:xfrm>
            <a:custGeom>
              <a:rect b="b" l="l" r="r" t="t"/>
              <a:pathLst>
                <a:path extrusionOk="0" h="1970" w="14579">
                  <a:moveTo>
                    <a:pt x="1" y="1"/>
                  </a:moveTo>
                  <a:lnTo>
                    <a:pt x="1" y="1235"/>
                  </a:lnTo>
                  <a:cubicBezTo>
                    <a:pt x="1435" y="1669"/>
                    <a:pt x="4137" y="1969"/>
                    <a:pt x="7306" y="1969"/>
                  </a:cubicBezTo>
                  <a:cubicBezTo>
                    <a:pt x="10442" y="1969"/>
                    <a:pt x="13144" y="1669"/>
                    <a:pt x="14578" y="1235"/>
                  </a:cubicBezTo>
                  <a:lnTo>
                    <a:pt x="14578" y="1"/>
                  </a:ln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>
              <a:off x="971085" y="1682086"/>
              <a:ext cx="540724" cy="128405"/>
            </a:xfrm>
            <a:custGeom>
              <a:rect b="b" l="l" r="r" t="t"/>
              <a:pathLst>
                <a:path extrusionOk="0" h="3937" w="16579">
                  <a:moveTo>
                    <a:pt x="0" y="1"/>
                  </a:moveTo>
                  <a:lnTo>
                    <a:pt x="0" y="2569"/>
                  </a:lnTo>
                  <a:cubicBezTo>
                    <a:pt x="0" y="3303"/>
                    <a:pt x="3703" y="3937"/>
                    <a:pt x="8273" y="3937"/>
                  </a:cubicBezTo>
                  <a:cubicBezTo>
                    <a:pt x="12876" y="3937"/>
                    <a:pt x="16579" y="3303"/>
                    <a:pt x="16579" y="2569"/>
                  </a:cubicBezTo>
                  <a:lnTo>
                    <a:pt x="16579" y="1"/>
                  </a:ln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3"/>
            <p:cNvSpPr/>
            <p:nvPr/>
          </p:nvSpPr>
          <p:spPr>
            <a:xfrm>
              <a:off x="1163647" y="1694056"/>
              <a:ext cx="57696" cy="116436"/>
            </a:xfrm>
            <a:custGeom>
              <a:rect b="b" l="l" r="r" t="t"/>
              <a:pathLst>
                <a:path extrusionOk="0" h="3570" w="1769">
                  <a:moveTo>
                    <a:pt x="0" y="1"/>
                  </a:moveTo>
                  <a:lnTo>
                    <a:pt x="0" y="3503"/>
                  </a:lnTo>
                  <a:cubicBezTo>
                    <a:pt x="568" y="3537"/>
                    <a:pt x="1168" y="3537"/>
                    <a:pt x="1768" y="3570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3"/>
            <p:cNvSpPr/>
            <p:nvPr/>
          </p:nvSpPr>
          <p:spPr>
            <a:xfrm>
              <a:off x="1072258" y="1694056"/>
              <a:ext cx="56587" cy="112098"/>
            </a:xfrm>
            <a:custGeom>
              <a:rect b="b" l="l" r="r" t="t"/>
              <a:pathLst>
                <a:path extrusionOk="0" h="3437" w="1735">
                  <a:moveTo>
                    <a:pt x="0" y="1"/>
                  </a:moveTo>
                  <a:lnTo>
                    <a:pt x="0" y="3270"/>
                  </a:lnTo>
                  <a:cubicBezTo>
                    <a:pt x="501" y="3336"/>
                    <a:pt x="1101" y="3370"/>
                    <a:pt x="1735" y="3436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3"/>
            <p:cNvSpPr/>
            <p:nvPr/>
          </p:nvSpPr>
          <p:spPr>
            <a:xfrm>
              <a:off x="1005885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2869"/>
                  </a:lnTo>
                  <a:cubicBezTo>
                    <a:pt x="434" y="2969"/>
                    <a:pt x="901" y="3070"/>
                    <a:pt x="1368" y="31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3"/>
            <p:cNvSpPr/>
            <p:nvPr/>
          </p:nvSpPr>
          <p:spPr>
            <a:xfrm>
              <a:off x="971085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2569"/>
                  </a:lnTo>
                  <a:cubicBezTo>
                    <a:pt x="0" y="2736"/>
                    <a:pt x="200" y="2903"/>
                    <a:pt x="534" y="30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3"/>
            <p:cNvSpPr/>
            <p:nvPr/>
          </p:nvSpPr>
          <p:spPr>
            <a:xfrm>
              <a:off x="1261560" y="1694056"/>
              <a:ext cx="56620" cy="116436"/>
            </a:xfrm>
            <a:custGeom>
              <a:rect b="b" l="l" r="r" t="t"/>
              <a:pathLst>
                <a:path extrusionOk="0" h="3570" w="1736">
                  <a:moveTo>
                    <a:pt x="1" y="1"/>
                  </a:moveTo>
                  <a:lnTo>
                    <a:pt x="1" y="3570"/>
                  </a:lnTo>
                  <a:cubicBezTo>
                    <a:pt x="601" y="3537"/>
                    <a:pt x="1201" y="3537"/>
                    <a:pt x="1735" y="3503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3"/>
            <p:cNvSpPr/>
            <p:nvPr/>
          </p:nvSpPr>
          <p:spPr>
            <a:xfrm>
              <a:off x="1354025" y="1694056"/>
              <a:ext cx="56620" cy="112098"/>
            </a:xfrm>
            <a:custGeom>
              <a:rect b="b" l="l" r="r" t="t"/>
              <a:pathLst>
                <a:path extrusionOk="0" h="3437" w="1736">
                  <a:moveTo>
                    <a:pt x="1" y="1"/>
                  </a:moveTo>
                  <a:lnTo>
                    <a:pt x="1" y="3436"/>
                  </a:lnTo>
                  <a:cubicBezTo>
                    <a:pt x="635" y="3370"/>
                    <a:pt x="1202" y="3336"/>
                    <a:pt x="1736" y="3270"/>
                  </a:cubicBezTo>
                  <a:lnTo>
                    <a:pt x="1736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3"/>
            <p:cNvSpPr/>
            <p:nvPr/>
          </p:nvSpPr>
          <p:spPr>
            <a:xfrm>
              <a:off x="1432368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3136"/>
                  </a:lnTo>
                  <a:cubicBezTo>
                    <a:pt x="468" y="3070"/>
                    <a:pt x="935" y="2969"/>
                    <a:pt x="1368" y="2869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1494403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3036"/>
                  </a:lnTo>
                  <a:cubicBezTo>
                    <a:pt x="334" y="2903"/>
                    <a:pt x="534" y="2736"/>
                    <a:pt x="534" y="2569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971085" y="1637500"/>
              <a:ext cx="540724" cy="89235"/>
            </a:xfrm>
            <a:custGeom>
              <a:rect b="b" l="l" r="r" t="t"/>
              <a:pathLst>
                <a:path extrusionOk="0" h="2736" w="16579">
                  <a:moveTo>
                    <a:pt x="8306" y="0"/>
                  </a:moveTo>
                  <a:cubicBezTo>
                    <a:pt x="3703" y="0"/>
                    <a:pt x="0" y="601"/>
                    <a:pt x="0" y="1368"/>
                  </a:cubicBezTo>
                  <a:cubicBezTo>
                    <a:pt x="0" y="2102"/>
                    <a:pt x="3703" y="2735"/>
                    <a:pt x="8306" y="2735"/>
                  </a:cubicBezTo>
                  <a:cubicBezTo>
                    <a:pt x="12876" y="2735"/>
                    <a:pt x="16579" y="2102"/>
                    <a:pt x="16579" y="1368"/>
                  </a:cubicBezTo>
                  <a:cubicBezTo>
                    <a:pt x="16579" y="601"/>
                    <a:pt x="12876" y="0"/>
                    <a:pt x="8306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3"/>
            <p:cNvSpPr/>
            <p:nvPr/>
          </p:nvSpPr>
          <p:spPr>
            <a:xfrm>
              <a:off x="1221312" y="2273962"/>
              <a:ext cx="399305" cy="514306"/>
            </a:xfrm>
            <a:custGeom>
              <a:rect b="b" l="l" r="r" t="t"/>
              <a:pathLst>
                <a:path extrusionOk="0" h="15769" w="12243">
                  <a:moveTo>
                    <a:pt x="12242" y="0"/>
                  </a:moveTo>
                  <a:cubicBezTo>
                    <a:pt x="12242" y="0"/>
                    <a:pt x="10108" y="1668"/>
                    <a:pt x="0" y="1668"/>
                  </a:cubicBezTo>
                  <a:lnTo>
                    <a:pt x="0" y="15511"/>
                  </a:lnTo>
                  <a:cubicBezTo>
                    <a:pt x="0" y="15511"/>
                    <a:pt x="1412" y="15769"/>
                    <a:pt x="3413" y="15769"/>
                  </a:cubicBezTo>
                  <a:cubicBezTo>
                    <a:pt x="5965" y="15769"/>
                    <a:pt x="9476" y="15350"/>
                    <a:pt x="12242" y="13443"/>
                  </a:cubicBezTo>
                  <a:lnTo>
                    <a:pt x="122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3"/>
            <p:cNvSpPr/>
            <p:nvPr/>
          </p:nvSpPr>
          <p:spPr>
            <a:xfrm>
              <a:off x="1436739" y="2328333"/>
              <a:ext cx="149083" cy="411275"/>
            </a:xfrm>
            <a:custGeom>
              <a:rect b="b" l="l" r="r" t="t"/>
              <a:pathLst>
                <a:path extrusionOk="0" h="12610" w="4571">
                  <a:moveTo>
                    <a:pt x="4570" y="1"/>
                  </a:moveTo>
                  <a:cubicBezTo>
                    <a:pt x="4570" y="1"/>
                    <a:pt x="3169" y="635"/>
                    <a:pt x="0" y="768"/>
                  </a:cubicBezTo>
                  <a:lnTo>
                    <a:pt x="0" y="12610"/>
                  </a:lnTo>
                  <a:cubicBezTo>
                    <a:pt x="0" y="12610"/>
                    <a:pt x="3536" y="12243"/>
                    <a:pt x="4570" y="10642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23"/>
          <p:cNvGrpSpPr/>
          <p:nvPr/>
        </p:nvGrpSpPr>
        <p:grpSpPr>
          <a:xfrm>
            <a:off x="5247342" y="2716563"/>
            <a:ext cx="354233" cy="644693"/>
            <a:chOff x="861202" y="1637500"/>
            <a:chExt cx="760484" cy="1384056"/>
          </a:xfrm>
        </p:grpSpPr>
        <p:sp>
          <p:nvSpPr>
            <p:cNvPr id="884" name="Google Shape;884;p23"/>
            <p:cNvSpPr/>
            <p:nvPr/>
          </p:nvSpPr>
          <p:spPr>
            <a:xfrm>
              <a:off x="861202" y="1927975"/>
              <a:ext cx="760484" cy="1093581"/>
            </a:xfrm>
            <a:custGeom>
              <a:rect b="b" l="l" r="r" t="t"/>
              <a:pathLst>
                <a:path extrusionOk="0" h="33530" w="23317">
                  <a:moveTo>
                    <a:pt x="6471" y="0"/>
                  </a:moveTo>
                  <a:cubicBezTo>
                    <a:pt x="6471" y="0"/>
                    <a:pt x="6471" y="2436"/>
                    <a:pt x="5104" y="2802"/>
                  </a:cubicBezTo>
                  <a:lnTo>
                    <a:pt x="4870" y="2802"/>
                  </a:lnTo>
                  <a:cubicBezTo>
                    <a:pt x="2135" y="2969"/>
                    <a:pt x="0" y="5238"/>
                    <a:pt x="33" y="8006"/>
                  </a:cubicBezTo>
                  <a:lnTo>
                    <a:pt x="33" y="28321"/>
                  </a:lnTo>
                  <a:cubicBezTo>
                    <a:pt x="33" y="30022"/>
                    <a:pt x="1101" y="31556"/>
                    <a:pt x="2702" y="32157"/>
                  </a:cubicBezTo>
                  <a:cubicBezTo>
                    <a:pt x="6018" y="33417"/>
                    <a:pt x="9941" y="33530"/>
                    <a:pt x="11236" y="33530"/>
                  </a:cubicBezTo>
                  <a:cubicBezTo>
                    <a:pt x="11518" y="33530"/>
                    <a:pt x="11675" y="33524"/>
                    <a:pt x="11675" y="33524"/>
                  </a:cubicBezTo>
                  <a:cubicBezTo>
                    <a:pt x="11675" y="33524"/>
                    <a:pt x="11829" y="33530"/>
                    <a:pt x="12105" y="33530"/>
                  </a:cubicBezTo>
                  <a:cubicBezTo>
                    <a:pt x="13401" y="33530"/>
                    <a:pt x="17387" y="33416"/>
                    <a:pt x="20715" y="32123"/>
                  </a:cubicBezTo>
                  <a:cubicBezTo>
                    <a:pt x="22283" y="31523"/>
                    <a:pt x="23283" y="29989"/>
                    <a:pt x="23283" y="28321"/>
                  </a:cubicBezTo>
                  <a:lnTo>
                    <a:pt x="23283" y="8006"/>
                  </a:lnTo>
                  <a:cubicBezTo>
                    <a:pt x="23317" y="5238"/>
                    <a:pt x="21182" y="2969"/>
                    <a:pt x="18447" y="2802"/>
                  </a:cubicBezTo>
                  <a:lnTo>
                    <a:pt x="18213" y="2802"/>
                  </a:lnTo>
                  <a:cubicBezTo>
                    <a:pt x="16879" y="2436"/>
                    <a:pt x="16879" y="0"/>
                    <a:pt x="16879" y="0"/>
                  </a:cubicBezTo>
                  <a:lnTo>
                    <a:pt x="11675" y="1602"/>
                  </a:lnTo>
                  <a:lnTo>
                    <a:pt x="6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3"/>
            <p:cNvSpPr/>
            <p:nvPr/>
          </p:nvSpPr>
          <p:spPr>
            <a:xfrm>
              <a:off x="915573" y="2328333"/>
              <a:ext cx="652822" cy="618119"/>
            </a:xfrm>
            <a:custGeom>
              <a:rect b="b" l="l" r="r" t="t"/>
              <a:pathLst>
                <a:path extrusionOk="0" h="18952" w="20016">
                  <a:moveTo>
                    <a:pt x="1" y="1"/>
                  </a:moveTo>
                  <a:lnTo>
                    <a:pt x="1" y="14445"/>
                  </a:lnTo>
                  <a:cubicBezTo>
                    <a:pt x="1" y="15912"/>
                    <a:pt x="902" y="17247"/>
                    <a:pt x="2269" y="17747"/>
                  </a:cubicBezTo>
                  <a:cubicBezTo>
                    <a:pt x="5305" y="18874"/>
                    <a:pt x="8892" y="18950"/>
                    <a:pt x="9794" y="18950"/>
                  </a:cubicBezTo>
                  <a:cubicBezTo>
                    <a:pt x="9933" y="18950"/>
                    <a:pt x="10008" y="18948"/>
                    <a:pt x="10008" y="18948"/>
                  </a:cubicBezTo>
                  <a:cubicBezTo>
                    <a:pt x="10008" y="18948"/>
                    <a:pt x="10122" y="18951"/>
                    <a:pt x="10328" y="18951"/>
                  </a:cubicBezTo>
                  <a:cubicBezTo>
                    <a:pt x="11382" y="18951"/>
                    <a:pt x="14850" y="18858"/>
                    <a:pt x="17780" y="17714"/>
                  </a:cubicBezTo>
                  <a:cubicBezTo>
                    <a:pt x="19115" y="17213"/>
                    <a:pt x="20015" y="15912"/>
                    <a:pt x="20015" y="14445"/>
                  </a:cubicBezTo>
                  <a:lnTo>
                    <a:pt x="2001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3"/>
            <p:cNvSpPr/>
            <p:nvPr/>
          </p:nvSpPr>
          <p:spPr>
            <a:xfrm>
              <a:off x="915573" y="2273962"/>
              <a:ext cx="651713" cy="115327"/>
            </a:xfrm>
            <a:custGeom>
              <a:rect b="b" l="l" r="r" t="t"/>
              <a:pathLst>
                <a:path extrusionOk="0" h="3536" w="19982">
                  <a:moveTo>
                    <a:pt x="10008" y="0"/>
                  </a:moveTo>
                  <a:cubicBezTo>
                    <a:pt x="4471" y="0"/>
                    <a:pt x="1" y="801"/>
                    <a:pt x="1" y="1768"/>
                  </a:cubicBezTo>
                  <a:cubicBezTo>
                    <a:pt x="1" y="2735"/>
                    <a:pt x="4471" y="3536"/>
                    <a:pt x="10008" y="3536"/>
                  </a:cubicBezTo>
                  <a:cubicBezTo>
                    <a:pt x="15512" y="3536"/>
                    <a:pt x="19982" y="2735"/>
                    <a:pt x="19982" y="1768"/>
                  </a:cubicBezTo>
                  <a:cubicBezTo>
                    <a:pt x="19982" y="801"/>
                    <a:pt x="15512" y="0"/>
                    <a:pt x="1000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1410613" y="2458893"/>
              <a:ext cx="100128" cy="100128"/>
            </a:xfrm>
            <a:custGeom>
              <a:rect b="b" l="l" r="r" t="t"/>
              <a:pathLst>
                <a:path extrusionOk="0" h="3070" w="307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070"/>
                    <a:pt x="1535" y="3070"/>
                  </a:cubicBezTo>
                  <a:cubicBezTo>
                    <a:pt x="2402" y="3070"/>
                    <a:pt x="3069" y="2369"/>
                    <a:pt x="3069" y="1535"/>
                  </a:cubicBezTo>
                  <a:cubicBezTo>
                    <a:pt x="3069" y="701"/>
                    <a:pt x="2402" y="1"/>
                    <a:pt x="1535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3"/>
            <p:cNvSpPr/>
            <p:nvPr/>
          </p:nvSpPr>
          <p:spPr>
            <a:xfrm>
              <a:off x="1261560" y="2479571"/>
              <a:ext cx="50097" cy="48988"/>
            </a:xfrm>
            <a:custGeom>
              <a:rect b="b" l="l" r="r" t="t"/>
              <a:pathLst>
                <a:path extrusionOk="0" h="1502" w="1536">
                  <a:moveTo>
                    <a:pt x="768" y="1"/>
                  </a:moveTo>
                  <a:cubicBezTo>
                    <a:pt x="334" y="1"/>
                    <a:pt x="1" y="334"/>
                    <a:pt x="1" y="734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35" y="1168"/>
                    <a:pt x="1535" y="734"/>
                  </a:cubicBezTo>
                  <a:cubicBezTo>
                    <a:pt x="1535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3"/>
            <p:cNvSpPr/>
            <p:nvPr/>
          </p:nvSpPr>
          <p:spPr>
            <a:xfrm>
              <a:off x="1311625" y="2637334"/>
              <a:ext cx="75080" cy="75112"/>
            </a:xfrm>
            <a:custGeom>
              <a:rect b="b" l="l" r="r" t="t"/>
              <a:pathLst>
                <a:path extrusionOk="0" h="2303" w="2302">
                  <a:moveTo>
                    <a:pt x="1134" y="0"/>
                  </a:moveTo>
                  <a:cubicBezTo>
                    <a:pt x="500" y="0"/>
                    <a:pt x="0" y="501"/>
                    <a:pt x="0" y="1168"/>
                  </a:cubicBezTo>
                  <a:cubicBezTo>
                    <a:pt x="0" y="1802"/>
                    <a:pt x="500" y="2302"/>
                    <a:pt x="1134" y="2302"/>
                  </a:cubicBezTo>
                  <a:cubicBezTo>
                    <a:pt x="1768" y="2302"/>
                    <a:pt x="2302" y="1802"/>
                    <a:pt x="2302" y="1168"/>
                  </a:cubicBezTo>
                  <a:cubicBezTo>
                    <a:pt x="2302" y="501"/>
                    <a:pt x="1768" y="0"/>
                    <a:pt x="1134" y="0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1128847" y="2615579"/>
              <a:ext cx="57663" cy="58772"/>
            </a:xfrm>
            <a:custGeom>
              <a:rect b="b" l="l" r="r" t="t"/>
              <a:pathLst>
                <a:path extrusionOk="0" h="1802" w="1768">
                  <a:moveTo>
                    <a:pt x="901" y="0"/>
                  </a:moveTo>
                  <a:cubicBezTo>
                    <a:pt x="400" y="0"/>
                    <a:pt x="0" y="401"/>
                    <a:pt x="0" y="901"/>
                  </a:cubicBezTo>
                  <a:cubicBezTo>
                    <a:pt x="0" y="1401"/>
                    <a:pt x="400" y="1802"/>
                    <a:pt x="901" y="1802"/>
                  </a:cubicBezTo>
                  <a:cubicBezTo>
                    <a:pt x="1368" y="1802"/>
                    <a:pt x="1768" y="1401"/>
                    <a:pt x="1768" y="901"/>
                  </a:cubicBezTo>
                  <a:cubicBezTo>
                    <a:pt x="1768" y="401"/>
                    <a:pt x="1368" y="0"/>
                    <a:pt x="90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1009147" y="2437138"/>
              <a:ext cx="91420" cy="91420"/>
            </a:xfrm>
            <a:custGeom>
              <a:rect b="b" l="l" r="r" t="t"/>
              <a:pathLst>
                <a:path extrusionOk="0" h="2803" w="2803">
                  <a:moveTo>
                    <a:pt x="1402" y="1"/>
                  </a:moveTo>
                  <a:cubicBezTo>
                    <a:pt x="634" y="1"/>
                    <a:pt x="1" y="634"/>
                    <a:pt x="1" y="1402"/>
                  </a:cubicBezTo>
                  <a:cubicBezTo>
                    <a:pt x="1" y="2169"/>
                    <a:pt x="634" y="2803"/>
                    <a:pt x="1402" y="2803"/>
                  </a:cubicBezTo>
                  <a:cubicBezTo>
                    <a:pt x="2169" y="2803"/>
                    <a:pt x="2803" y="2169"/>
                    <a:pt x="2803" y="1402"/>
                  </a:cubicBezTo>
                  <a:cubicBezTo>
                    <a:pt x="2803" y="634"/>
                    <a:pt x="2169" y="1"/>
                    <a:pt x="14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1016779" y="2768970"/>
              <a:ext cx="43541" cy="43541"/>
            </a:xfrm>
            <a:custGeom>
              <a:rect b="b" l="l" r="r" t="t"/>
              <a:pathLst>
                <a:path extrusionOk="0" h="1335" w="1335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5" y="1035"/>
                    <a:pt x="1335" y="668"/>
                  </a:cubicBezTo>
                  <a:cubicBezTo>
                    <a:pt x="1335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1163647" y="2812480"/>
              <a:ext cx="57696" cy="56620"/>
            </a:xfrm>
            <a:custGeom>
              <a:rect b="b" l="l" r="r" t="t"/>
              <a:pathLst>
                <a:path extrusionOk="0" h="1736" w="1769">
                  <a:moveTo>
                    <a:pt x="901" y="1"/>
                  </a:moveTo>
                  <a:cubicBezTo>
                    <a:pt x="401" y="1"/>
                    <a:pt x="0" y="368"/>
                    <a:pt x="0" y="868"/>
                  </a:cubicBezTo>
                  <a:cubicBezTo>
                    <a:pt x="0" y="1335"/>
                    <a:pt x="401" y="1735"/>
                    <a:pt x="901" y="1735"/>
                  </a:cubicBezTo>
                  <a:cubicBezTo>
                    <a:pt x="1368" y="1735"/>
                    <a:pt x="1768" y="1335"/>
                    <a:pt x="1768" y="868"/>
                  </a:cubicBezTo>
                  <a:cubicBezTo>
                    <a:pt x="1768" y="368"/>
                    <a:pt x="1368" y="1"/>
                    <a:pt x="901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1460646" y="2790725"/>
              <a:ext cx="51173" cy="50097"/>
            </a:xfrm>
            <a:custGeom>
              <a:rect b="b" l="l" r="r" t="t"/>
              <a:pathLst>
                <a:path extrusionOk="0" h="1536" w="1569">
                  <a:moveTo>
                    <a:pt x="802" y="1"/>
                  </a:moveTo>
                  <a:cubicBezTo>
                    <a:pt x="368" y="1"/>
                    <a:pt x="1" y="334"/>
                    <a:pt x="1" y="768"/>
                  </a:cubicBezTo>
                  <a:cubicBezTo>
                    <a:pt x="1" y="1202"/>
                    <a:pt x="368" y="1535"/>
                    <a:pt x="802" y="1535"/>
                  </a:cubicBezTo>
                  <a:cubicBezTo>
                    <a:pt x="1235" y="1535"/>
                    <a:pt x="1569" y="1202"/>
                    <a:pt x="1569" y="768"/>
                  </a:cubicBezTo>
                  <a:cubicBezTo>
                    <a:pt x="1569" y="334"/>
                    <a:pt x="1235" y="1"/>
                    <a:pt x="8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1046133" y="1874649"/>
              <a:ext cx="390630" cy="104825"/>
            </a:xfrm>
            <a:custGeom>
              <a:rect b="b" l="l" r="r" t="t"/>
              <a:pathLst>
                <a:path extrusionOk="0" h="3214" w="11977">
                  <a:moveTo>
                    <a:pt x="5171" y="1"/>
                  </a:moveTo>
                  <a:lnTo>
                    <a:pt x="1" y="435"/>
                  </a:lnTo>
                  <a:cubicBezTo>
                    <a:pt x="234" y="1068"/>
                    <a:pt x="334" y="1702"/>
                    <a:pt x="334" y="2369"/>
                  </a:cubicBezTo>
                  <a:cubicBezTo>
                    <a:pt x="1710" y="3120"/>
                    <a:pt x="4212" y="3214"/>
                    <a:pt x="5377" y="3214"/>
                  </a:cubicBezTo>
                  <a:cubicBezTo>
                    <a:pt x="5765" y="3214"/>
                    <a:pt x="6005" y="3203"/>
                    <a:pt x="6005" y="3203"/>
                  </a:cubicBezTo>
                  <a:cubicBezTo>
                    <a:pt x="6005" y="3203"/>
                    <a:pt x="6243" y="3214"/>
                    <a:pt x="6628" y="3214"/>
                  </a:cubicBezTo>
                  <a:cubicBezTo>
                    <a:pt x="7784" y="3214"/>
                    <a:pt x="10267" y="3120"/>
                    <a:pt x="11643" y="2369"/>
                  </a:cubicBezTo>
                  <a:cubicBezTo>
                    <a:pt x="11643" y="1702"/>
                    <a:pt x="11743" y="1068"/>
                    <a:pt x="11976" y="435"/>
                  </a:cubicBezTo>
                  <a:lnTo>
                    <a:pt x="6806" y="1"/>
                  </a:lnTo>
                  <a:lnTo>
                    <a:pt x="6005" y="968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3"/>
            <p:cNvSpPr/>
            <p:nvPr/>
          </p:nvSpPr>
          <p:spPr>
            <a:xfrm>
              <a:off x="1046133" y="1875758"/>
              <a:ext cx="390630" cy="68459"/>
            </a:xfrm>
            <a:custGeom>
              <a:rect b="b" l="l" r="r" t="t"/>
              <a:pathLst>
                <a:path extrusionOk="0" h="2099" w="11977">
                  <a:moveTo>
                    <a:pt x="5171" y="0"/>
                  </a:moveTo>
                  <a:lnTo>
                    <a:pt x="1" y="401"/>
                  </a:lnTo>
                  <a:cubicBezTo>
                    <a:pt x="168" y="934"/>
                    <a:pt x="301" y="1468"/>
                    <a:pt x="334" y="2002"/>
                  </a:cubicBezTo>
                  <a:cubicBezTo>
                    <a:pt x="1100" y="2067"/>
                    <a:pt x="1866" y="2099"/>
                    <a:pt x="2630" y="2099"/>
                  </a:cubicBezTo>
                  <a:cubicBezTo>
                    <a:pt x="5794" y="2099"/>
                    <a:pt x="8933" y="1549"/>
                    <a:pt x="11943" y="501"/>
                  </a:cubicBezTo>
                  <a:lnTo>
                    <a:pt x="11976" y="401"/>
                  </a:lnTo>
                  <a:lnTo>
                    <a:pt x="6806" y="0"/>
                  </a:lnTo>
                  <a:lnTo>
                    <a:pt x="6005" y="9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3"/>
            <p:cNvSpPr/>
            <p:nvPr/>
          </p:nvSpPr>
          <p:spPr>
            <a:xfrm>
              <a:off x="1003700" y="1768028"/>
              <a:ext cx="474385" cy="138222"/>
            </a:xfrm>
            <a:custGeom>
              <a:rect b="b" l="l" r="r" t="t"/>
              <a:pathLst>
                <a:path extrusionOk="0" h="4238" w="14545">
                  <a:moveTo>
                    <a:pt x="1" y="1"/>
                  </a:moveTo>
                  <a:lnTo>
                    <a:pt x="1" y="3036"/>
                  </a:lnTo>
                  <a:cubicBezTo>
                    <a:pt x="1" y="3704"/>
                    <a:pt x="3270" y="4237"/>
                    <a:pt x="7306" y="4237"/>
                  </a:cubicBezTo>
                  <a:cubicBezTo>
                    <a:pt x="11309" y="4237"/>
                    <a:pt x="14545" y="3704"/>
                    <a:pt x="14545" y="3036"/>
                  </a:cubicBezTo>
                  <a:lnTo>
                    <a:pt x="1454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3"/>
            <p:cNvSpPr/>
            <p:nvPr/>
          </p:nvSpPr>
          <p:spPr>
            <a:xfrm>
              <a:off x="1003700" y="1768028"/>
              <a:ext cx="475494" cy="64252"/>
            </a:xfrm>
            <a:custGeom>
              <a:rect b="b" l="l" r="r" t="t"/>
              <a:pathLst>
                <a:path extrusionOk="0" h="1970" w="14579">
                  <a:moveTo>
                    <a:pt x="1" y="1"/>
                  </a:moveTo>
                  <a:lnTo>
                    <a:pt x="1" y="1235"/>
                  </a:lnTo>
                  <a:cubicBezTo>
                    <a:pt x="1435" y="1669"/>
                    <a:pt x="4137" y="1969"/>
                    <a:pt x="7306" y="1969"/>
                  </a:cubicBezTo>
                  <a:cubicBezTo>
                    <a:pt x="10442" y="1969"/>
                    <a:pt x="13144" y="1669"/>
                    <a:pt x="14578" y="1235"/>
                  </a:cubicBezTo>
                  <a:lnTo>
                    <a:pt x="14578" y="1"/>
                  </a:ln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3"/>
            <p:cNvSpPr/>
            <p:nvPr/>
          </p:nvSpPr>
          <p:spPr>
            <a:xfrm>
              <a:off x="971085" y="1682086"/>
              <a:ext cx="540724" cy="128405"/>
            </a:xfrm>
            <a:custGeom>
              <a:rect b="b" l="l" r="r" t="t"/>
              <a:pathLst>
                <a:path extrusionOk="0" h="3937" w="16579">
                  <a:moveTo>
                    <a:pt x="0" y="1"/>
                  </a:moveTo>
                  <a:lnTo>
                    <a:pt x="0" y="2569"/>
                  </a:lnTo>
                  <a:cubicBezTo>
                    <a:pt x="0" y="3303"/>
                    <a:pt x="3703" y="3937"/>
                    <a:pt x="8273" y="3937"/>
                  </a:cubicBezTo>
                  <a:cubicBezTo>
                    <a:pt x="12876" y="3937"/>
                    <a:pt x="16579" y="3303"/>
                    <a:pt x="16579" y="2569"/>
                  </a:cubicBezTo>
                  <a:lnTo>
                    <a:pt x="16579" y="1"/>
                  </a:ln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1163647" y="1694056"/>
              <a:ext cx="57696" cy="116436"/>
            </a:xfrm>
            <a:custGeom>
              <a:rect b="b" l="l" r="r" t="t"/>
              <a:pathLst>
                <a:path extrusionOk="0" h="3570" w="1769">
                  <a:moveTo>
                    <a:pt x="0" y="1"/>
                  </a:moveTo>
                  <a:lnTo>
                    <a:pt x="0" y="3503"/>
                  </a:lnTo>
                  <a:cubicBezTo>
                    <a:pt x="568" y="3537"/>
                    <a:pt x="1168" y="3537"/>
                    <a:pt x="1768" y="3570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1072258" y="1694056"/>
              <a:ext cx="56587" cy="112098"/>
            </a:xfrm>
            <a:custGeom>
              <a:rect b="b" l="l" r="r" t="t"/>
              <a:pathLst>
                <a:path extrusionOk="0" h="3437" w="1735">
                  <a:moveTo>
                    <a:pt x="0" y="1"/>
                  </a:moveTo>
                  <a:lnTo>
                    <a:pt x="0" y="3270"/>
                  </a:lnTo>
                  <a:cubicBezTo>
                    <a:pt x="501" y="3336"/>
                    <a:pt x="1101" y="3370"/>
                    <a:pt x="1735" y="3436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1005885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2869"/>
                  </a:lnTo>
                  <a:cubicBezTo>
                    <a:pt x="434" y="2969"/>
                    <a:pt x="901" y="3070"/>
                    <a:pt x="1368" y="31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3"/>
            <p:cNvSpPr/>
            <p:nvPr/>
          </p:nvSpPr>
          <p:spPr>
            <a:xfrm>
              <a:off x="971085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2569"/>
                  </a:lnTo>
                  <a:cubicBezTo>
                    <a:pt x="0" y="2736"/>
                    <a:pt x="200" y="2903"/>
                    <a:pt x="534" y="30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3"/>
            <p:cNvSpPr/>
            <p:nvPr/>
          </p:nvSpPr>
          <p:spPr>
            <a:xfrm>
              <a:off x="1261560" y="1694056"/>
              <a:ext cx="56620" cy="116436"/>
            </a:xfrm>
            <a:custGeom>
              <a:rect b="b" l="l" r="r" t="t"/>
              <a:pathLst>
                <a:path extrusionOk="0" h="3570" w="1736">
                  <a:moveTo>
                    <a:pt x="1" y="1"/>
                  </a:moveTo>
                  <a:lnTo>
                    <a:pt x="1" y="3570"/>
                  </a:lnTo>
                  <a:cubicBezTo>
                    <a:pt x="601" y="3537"/>
                    <a:pt x="1201" y="3537"/>
                    <a:pt x="1735" y="3503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3"/>
            <p:cNvSpPr/>
            <p:nvPr/>
          </p:nvSpPr>
          <p:spPr>
            <a:xfrm>
              <a:off x="1354025" y="1694056"/>
              <a:ext cx="56620" cy="112098"/>
            </a:xfrm>
            <a:custGeom>
              <a:rect b="b" l="l" r="r" t="t"/>
              <a:pathLst>
                <a:path extrusionOk="0" h="3437" w="1736">
                  <a:moveTo>
                    <a:pt x="1" y="1"/>
                  </a:moveTo>
                  <a:lnTo>
                    <a:pt x="1" y="3436"/>
                  </a:lnTo>
                  <a:cubicBezTo>
                    <a:pt x="635" y="3370"/>
                    <a:pt x="1202" y="3336"/>
                    <a:pt x="1736" y="3270"/>
                  </a:cubicBezTo>
                  <a:lnTo>
                    <a:pt x="1736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3"/>
            <p:cNvSpPr/>
            <p:nvPr/>
          </p:nvSpPr>
          <p:spPr>
            <a:xfrm>
              <a:off x="1432368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3136"/>
                  </a:lnTo>
                  <a:cubicBezTo>
                    <a:pt x="468" y="3070"/>
                    <a:pt x="935" y="2969"/>
                    <a:pt x="1368" y="2869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3"/>
            <p:cNvSpPr/>
            <p:nvPr/>
          </p:nvSpPr>
          <p:spPr>
            <a:xfrm>
              <a:off x="1494403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3036"/>
                  </a:lnTo>
                  <a:cubicBezTo>
                    <a:pt x="334" y="2903"/>
                    <a:pt x="534" y="2736"/>
                    <a:pt x="534" y="2569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971085" y="1637500"/>
              <a:ext cx="540724" cy="89235"/>
            </a:xfrm>
            <a:custGeom>
              <a:rect b="b" l="l" r="r" t="t"/>
              <a:pathLst>
                <a:path extrusionOk="0" h="2736" w="16579">
                  <a:moveTo>
                    <a:pt x="8306" y="0"/>
                  </a:moveTo>
                  <a:cubicBezTo>
                    <a:pt x="3703" y="0"/>
                    <a:pt x="0" y="601"/>
                    <a:pt x="0" y="1368"/>
                  </a:cubicBezTo>
                  <a:cubicBezTo>
                    <a:pt x="0" y="2102"/>
                    <a:pt x="3703" y="2735"/>
                    <a:pt x="8306" y="2735"/>
                  </a:cubicBezTo>
                  <a:cubicBezTo>
                    <a:pt x="12876" y="2735"/>
                    <a:pt x="16579" y="2102"/>
                    <a:pt x="16579" y="1368"/>
                  </a:cubicBezTo>
                  <a:cubicBezTo>
                    <a:pt x="16579" y="601"/>
                    <a:pt x="12876" y="0"/>
                    <a:pt x="8306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1221312" y="2273962"/>
              <a:ext cx="399305" cy="514306"/>
            </a:xfrm>
            <a:custGeom>
              <a:rect b="b" l="l" r="r" t="t"/>
              <a:pathLst>
                <a:path extrusionOk="0" h="15769" w="12243">
                  <a:moveTo>
                    <a:pt x="12242" y="0"/>
                  </a:moveTo>
                  <a:cubicBezTo>
                    <a:pt x="12242" y="0"/>
                    <a:pt x="10108" y="1668"/>
                    <a:pt x="0" y="1668"/>
                  </a:cubicBezTo>
                  <a:lnTo>
                    <a:pt x="0" y="15511"/>
                  </a:lnTo>
                  <a:cubicBezTo>
                    <a:pt x="0" y="15511"/>
                    <a:pt x="1412" y="15769"/>
                    <a:pt x="3413" y="15769"/>
                  </a:cubicBezTo>
                  <a:cubicBezTo>
                    <a:pt x="5965" y="15769"/>
                    <a:pt x="9476" y="15350"/>
                    <a:pt x="12242" y="13443"/>
                  </a:cubicBezTo>
                  <a:lnTo>
                    <a:pt x="122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1436739" y="2328333"/>
              <a:ext cx="149083" cy="411275"/>
            </a:xfrm>
            <a:custGeom>
              <a:rect b="b" l="l" r="r" t="t"/>
              <a:pathLst>
                <a:path extrusionOk="0" h="12610" w="4571">
                  <a:moveTo>
                    <a:pt x="4570" y="1"/>
                  </a:moveTo>
                  <a:cubicBezTo>
                    <a:pt x="4570" y="1"/>
                    <a:pt x="3169" y="635"/>
                    <a:pt x="0" y="768"/>
                  </a:cubicBezTo>
                  <a:lnTo>
                    <a:pt x="0" y="12610"/>
                  </a:lnTo>
                  <a:cubicBezTo>
                    <a:pt x="0" y="12610"/>
                    <a:pt x="3536" y="12243"/>
                    <a:pt x="4570" y="10642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23"/>
          <p:cNvGrpSpPr/>
          <p:nvPr/>
        </p:nvGrpSpPr>
        <p:grpSpPr>
          <a:xfrm>
            <a:off x="4776968" y="2716563"/>
            <a:ext cx="354233" cy="644693"/>
            <a:chOff x="861202" y="1637500"/>
            <a:chExt cx="760484" cy="1384056"/>
          </a:xfrm>
        </p:grpSpPr>
        <p:sp>
          <p:nvSpPr>
            <p:cNvPr id="912" name="Google Shape;912;p23"/>
            <p:cNvSpPr/>
            <p:nvPr/>
          </p:nvSpPr>
          <p:spPr>
            <a:xfrm>
              <a:off x="861202" y="1927975"/>
              <a:ext cx="760484" cy="1093581"/>
            </a:xfrm>
            <a:custGeom>
              <a:rect b="b" l="l" r="r" t="t"/>
              <a:pathLst>
                <a:path extrusionOk="0" h="33530" w="23317">
                  <a:moveTo>
                    <a:pt x="6471" y="0"/>
                  </a:moveTo>
                  <a:cubicBezTo>
                    <a:pt x="6471" y="0"/>
                    <a:pt x="6471" y="2436"/>
                    <a:pt x="5104" y="2802"/>
                  </a:cubicBezTo>
                  <a:lnTo>
                    <a:pt x="4870" y="2802"/>
                  </a:lnTo>
                  <a:cubicBezTo>
                    <a:pt x="2135" y="2969"/>
                    <a:pt x="0" y="5238"/>
                    <a:pt x="33" y="8006"/>
                  </a:cubicBezTo>
                  <a:lnTo>
                    <a:pt x="33" y="28321"/>
                  </a:lnTo>
                  <a:cubicBezTo>
                    <a:pt x="33" y="30022"/>
                    <a:pt x="1101" y="31556"/>
                    <a:pt x="2702" y="32157"/>
                  </a:cubicBezTo>
                  <a:cubicBezTo>
                    <a:pt x="6018" y="33417"/>
                    <a:pt x="9941" y="33530"/>
                    <a:pt x="11236" y="33530"/>
                  </a:cubicBezTo>
                  <a:cubicBezTo>
                    <a:pt x="11518" y="33530"/>
                    <a:pt x="11675" y="33524"/>
                    <a:pt x="11675" y="33524"/>
                  </a:cubicBezTo>
                  <a:cubicBezTo>
                    <a:pt x="11675" y="33524"/>
                    <a:pt x="11829" y="33530"/>
                    <a:pt x="12105" y="33530"/>
                  </a:cubicBezTo>
                  <a:cubicBezTo>
                    <a:pt x="13401" y="33530"/>
                    <a:pt x="17387" y="33416"/>
                    <a:pt x="20715" y="32123"/>
                  </a:cubicBezTo>
                  <a:cubicBezTo>
                    <a:pt x="22283" y="31523"/>
                    <a:pt x="23283" y="29989"/>
                    <a:pt x="23283" y="28321"/>
                  </a:cubicBezTo>
                  <a:lnTo>
                    <a:pt x="23283" y="8006"/>
                  </a:lnTo>
                  <a:cubicBezTo>
                    <a:pt x="23317" y="5238"/>
                    <a:pt x="21182" y="2969"/>
                    <a:pt x="18447" y="2802"/>
                  </a:cubicBezTo>
                  <a:lnTo>
                    <a:pt x="18213" y="2802"/>
                  </a:lnTo>
                  <a:cubicBezTo>
                    <a:pt x="16879" y="2436"/>
                    <a:pt x="16879" y="0"/>
                    <a:pt x="16879" y="0"/>
                  </a:cubicBezTo>
                  <a:lnTo>
                    <a:pt x="11675" y="1602"/>
                  </a:lnTo>
                  <a:lnTo>
                    <a:pt x="6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3"/>
            <p:cNvSpPr/>
            <p:nvPr/>
          </p:nvSpPr>
          <p:spPr>
            <a:xfrm>
              <a:off x="915573" y="2328333"/>
              <a:ext cx="652822" cy="618119"/>
            </a:xfrm>
            <a:custGeom>
              <a:rect b="b" l="l" r="r" t="t"/>
              <a:pathLst>
                <a:path extrusionOk="0" h="18952" w="20016">
                  <a:moveTo>
                    <a:pt x="1" y="1"/>
                  </a:moveTo>
                  <a:lnTo>
                    <a:pt x="1" y="14445"/>
                  </a:lnTo>
                  <a:cubicBezTo>
                    <a:pt x="1" y="15912"/>
                    <a:pt x="902" y="17247"/>
                    <a:pt x="2269" y="17747"/>
                  </a:cubicBezTo>
                  <a:cubicBezTo>
                    <a:pt x="5305" y="18874"/>
                    <a:pt x="8892" y="18950"/>
                    <a:pt x="9794" y="18950"/>
                  </a:cubicBezTo>
                  <a:cubicBezTo>
                    <a:pt x="9933" y="18950"/>
                    <a:pt x="10008" y="18948"/>
                    <a:pt x="10008" y="18948"/>
                  </a:cubicBezTo>
                  <a:cubicBezTo>
                    <a:pt x="10008" y="18948"/>
                    <a:pt x="10122" y="18951"/>
                    <a:pt x="10328" y="18951"/>
                  </a:cubicBezTo>
                  <a:cubicBezTo>
                    <a:pt x="11382" y="18951"/>
                    <a:pt x="14850" y="18858"/>
                    <a:pt x="17780" y="17714"/>
                  </a:cubicBezTo>
                  <a:cubicBezTo>
                    <a:pt x="19115" y="17213"/>
                    <a:pt x="20015" y="15912"/>
                    <a:pt x="20015" y="14445"/>
                  </a:cubicBezTo>
                  <a:lnTo>
                    <a:pt x="2001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3"/>
            <p:cNvSpPr/>
            <p:nvPr/>
          </p:nvSpPr>
          <p:spPr>
            <a:xfrm>
              <a:off x="915573" y="2273962"/>
              <a:ext cx="651713" cy="115327"/>
            </a:xfrm>
            <a:custGeom>
              <a:rect b="b" l="l" r="r" t="t"/>
              <a:pathLst>
                <a:path extrusionOk="0" h="3536" w="19982">
                  <a:moveTo>
                    <a:pt x="10008" y="0"/>
                  </a:moveTo>
                  <a:cubicBezTo>
                    <a:pt x="4471" y="0"/>
                    <a:pt x="1" y="801"/>
                    <a:pt x="1" y="1768"/>
                  </a:cubicBezTo>
                  <a:cubicBezTo>
                    <a:pt x="1" y="2735"/>
                    <a:pt x="4471" y="3536"/>
                    <a:pt x="10008" y="3536"/>
                  </a:cubicBezTo>
                  <a:cubicBezTo>
                    <a:pt x="15512" y="3536"/>
                    <a:pt x="19982" y="2735"/>
                    <a:pt x="19982" y="1768"/>
                  </a:cubicBezTo>
                  <a:cubicBezTo>
                    <a:pt x="19982" y="801"/>
                    <a:pt x="15512" y="0"/>
                    <a:pt x="1000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3"/>
            <p:cNvSpPr/>
            <p:nvPr/>
          </p:nvSpPr>
          <p:spPr>
            <a:xfrm>
              <a:off x="1410613" y="2458893"/>
              <a:ext cx="100128" cy="100128"/>
            </a:xfrm>
            <a:custGeom>
              <a:rect b="b" l="l" r="r" t="t"/>
              <a:pathLst>
                <a:path extrusionOk="0" h="3070" w="3070"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070"/>
                    <a:pt x="1535" y="3070"/>
                  </a:cubicBezTo>
                  <a:cubicBezTo>
                    <a:pt x="2402" y="3070"/>
                    <a:pt x="3069" y="2369"/>
                    <a:pt x="3069" y="1535"/>
                  </a:cubicBezTo>
                  <a:cubicBezTo>
                    <a:pt x="3069" y="701"/>
                    <a:pt x="2402" y="1"/>
                    <a:pt x="1535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3"/>
            <p:cNvSpPr/>
            <p:nvPr/>
          </p:nvSpPr>
          <p:spPr>
            <a:xfrm>
              <a:off x="1261560" y="2479571"/>
              <a:ext cx="50097" cy="48988"/>
            </a:xfrm>
            <a:custGeom>
              <a:rect b="b" l="l" r="r" t="t"/>
              <a:pathLst>
                <a:path extrusionOk="0" h="1502" w="1536">
                  <a:moveTo>
                    <a:pt x="768" y="1"/>
                  </a:moveTo>
                  <a:cubicBezTo>
                    <a:pt x="334" y="1"/>
                    <a:pt x="1" y="334"/>
                    <a:pt x="1" y="734"/>
                  </a:cubicBezTo>
                  <a:cubicBezTo>
                    <a:pt x="1" y="1168"/>
                    <a:pt x="334" y="1502"/>
                    <a:pt x="768" y="1502"/>
                  </a:cubicBezTo>
                  <a:cubicBezTo>
                    <a:pt x="1168" y="1502"/>
                    <a:pt x="1535" y="1168"/>
                    <a:pt x="1535" y="734"/>
                  </a:cubicBezTo>
                  <a:cubicBezTo>
                    <a:pt x="1535" y="334"/>
                    <a:pt x="1168" y="1"/>
                    <a:pt x="768" y="1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3"/>
            <p:cNvSpPr/>
            <p:nvPr/>
          </p:nvSpPr>
          <p:spPr>
            <a:xfrm>
              <a:off x="1311625" y="2637334"/>
              <a:ext cx="75080" cy="75112"/>
            </a:xfrm>
            <a:custGeom>
              <a:rect b="b" l="l" r="r" t="t"/>
              <a:pathLst>
                <a:path extrusionOk="0" h="2303" w="2302">
                  <a:moveTo>
                    <a:pt x="1134" y="0"/>
                  </a:moveTo>
                  <a:cubicBezTo>
                    <a:pt x="500" y="0"/>
                    <a:pt x="0" y="501"/>
                    <a:pt x="0" y="1168"/>
                  </a:cubicBezTo>
                  <a:cubicBezTo>
                    <a:pt x="0" y="1802"/>
                    <a:pt x="500" y="2302"/>
                    <a:pt x="1134" y="2302"/>
                  </a:cubicBezTo>
                  <a:cubicBezTo>
                    <a:pt x="1768" y="2302"/>
                    <a:pt x="2302" y="1802"/>
                    <a:pt x="2302" y="1168"/>
                  </a:cubicBezTo>
                  <a:cubicBezTo>
                    <a:pt x="2302" y="501"/>
                    <a:pt x="1768" y="0"/>
                    <a:pt x="1134" y="0"/>
                  </a:cubicBezTo>
                  <a:close/>
                </a:path>
              </a:pathLst>
            </a:custGeom>
            <a:solidFill>
              <a:srgbClr val="7A6A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3"/>
            <p:cNvSpPr/>
            <p:nvPr/>
          </p:nvSpPr>
          <p:spPr>
            <a:xfrm>
              <a:off x="1128847" y="2615579"/>
              <a:ext cx="57663" cy="58772"/>
            </a:xfrm>
            <a:custGeom>
              <a:rect b="b" l="l" r="r" t="t"/>
              <a:pathLst>
                <a:path extrusionOk="0" h="1802" w="1768">
                  <a:moveTo>
                    <a:pt x="901" y="0"/>
                  </a:moveTo>
                  <a:cubicBezTo>
                    <a:pt x="400" y="0"/>
                    <a:pt x="0" y="401"/>
                    <a:pt x="0" y="901"/>
                  </a:cubicBezTo>
                  <a:cubicBezTo>
                    <a:pt x="0" y="1401"/>
                    <a:pt x="400" y="1802"/>
                    <a:pt x="901" y="1802"/>
                  </a:cubicBezTo>
                  <a:cubicBezTo>
                    <a:pt x="1368" y="1802"/>
                    <a:pt x="1768" y="1401"/>
                    <a:pt x="1768" y="901"/>
                  </a:cubicBezTo>
                  <a:cubicBezTo>
                    <a:pt x="1768" y="401"/>
                    <a:pt x="1368" y="0"/>
                    <a:pt x="90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3"/>
            <p:cNvSpPr/>
            <p:nvPr/>
          </p:nvSpPr>
          <p:spPr>
            <a:xfrm>
              <a:off x="1009147" y="2437138"/>
              <a:ext cx="91420" cy="91420"/>
            </a:xfrm>
            <a:custGeom>
              <a:rect b="b" l="l" r="r" t="t"/>
              <a:pathLst>
                <a:path extrusionOk="0" h="2803" w="2803">
                  <a:moveTo>
                    <a:pt x="1402" y="1"/>
                  </a:moveTo>
                  <a:cubicBezTo>
                    <a:pt x="634" y="1"/>
                    <a:pt x="1" y="634"/>
                    <a:pt x="1" y="1402"/>
                  </a:cubicBezTo>
                  <a:cubicBezTo>
                    <a:pt x="1" y="2169"/>
                    <a:pt x="634" y="2803"/>
                    <a:pt x="1402" y="2803"/>
                  </a:cubicBezTo>
                  <a:cubicBezTo>
                    <a:pt x="2169" y="2803"/>
                    <a:pt x="2803" y="2169"/>
                    <a:pt x="2803" y="1402"/>
                  </a:cubicBezTo>
                  <a:cubicBezTo>
                    <a:pt x="2803" y="634"/>
                    <a:pt x="2169" y="1"/>
                    <a:pt x="14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1016779" y="2768970"/>
              <a:ext cx="43541" cy="43541"/>
            </a:xfrm>
            <a:custGeom>
              <a:rect b="b" l="l" r="r" t="t"/>
              <a:pathLst>
                <a:path extrusionOk="0" h="1335" w="1335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5" y="1035"/>
                    <a:pt x="1335" y="668"/>
                  </a:cubicBezTo>
                  <a:cubicBezTo>
                    <a:pt x="1335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1163647" y="2812480"/>
              <a:ext cx="57696" cy="56620"/>
            </a:xfrm>
            <a:custGeom>
              <a:rect b="b" l="l" r="r" t="t"/>
              <a:pathLst>
                <a:path extrusionOk="0" h="1736" w="1769">
                  <a:moveTo>
                    <a:pt x="901" y="1"/>
                  </a:moveTo>
                  <a:cubicBezTo>
                    <a:pt x="401" y="1"/>
                    <a:pt x="0" y="368"/>
                    <a:pt x="0" y="868"/>
                  </a:cubicBezTo>
                  <a:cubicBezTo>
                    <a:pt x="0" y="1335"/>
                    <a:pt x="401" y="1735"/>
                    <a:pt x="901" y="1735"/>
                  </a:cubicBezTo>
                  <a:cubicBezTo>
                    <a:pt x="1368" y="1735"/>
                    <a:pt x="1768" y="1335"/>
                    <a:pt x="1768" y="868"/>
                  </a:cubicBezTo>
                  <a:cubicBezTo>
                    <a:pt x="1768" y="368"/>
                    <a:pt x="1368" y="1"/>
                    <a:pt x="901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1460646" y="2790725"/>
              <a:ext cx="51173" cy="50097"/>
            </a:xfrm>
            <a:custGeom>
              <a:rect b="b" l="l" r="r" t="t"/>
              <a:pathLst>
                <a:path extrusionOk="0" h="1536" w="1569">
                  <a:moveTo>
                    <a:pt x="802" y="1"/>
                  </a:moveTo>
                  <a:cubicBezTo>
                    <a:pt x="368" y="1"/>
                    <a:pt x="1" y="334"/>
                    <a:pt x="1" y="768"/>
                  </a:cubicBezTo>
                  <a:cubicBezTo>
                    <a:pt x="1" y="1202"/>
                    <a:pt x="368" y="1535"/>
                    <a:pt x="802" y="1535"/>
                  </a:cubicBezTo>
                  <a:cubicBezTo>
                    <a:pt x="1235" y="1535"/>
                    <a:pt x="1569" y="1202"/>
                    <a:pt x="1569" y="768"/>
                  </a:cubicBezTo>
                  <a:cubicBezTo>
                    <a:pt x="1569" y="334"/>
                    <a:pt x="1235" y="1"/>
                    <a:pt x="802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1046133" y="1874649"/>
              <a:ext cx="390630" cy="104825"/>
            </a:xfrm>
            <a:custGeom>
              <a:rect b="b" l="l" r="r" t="t"/>
              <a:pathLst>
                <a:path extrusionOk="0" h="3214" w="11977">
                  <a:moveTo>
                    <a:pt x="5171" y="1"/>
                  </a:moveTo>
                  <a:lnTo>
                    <a:pt x="1" y="435"/>
                  </a:lnTo>
                  <a:cubicBezTo>
                    <a:pt x="234" y="1068"/>
                    <a:pt x="334" y="1702"/>
                    <a:pt x="334" y="2369"/>
                  </a:cubicBezTo>
                  <a:cubicBezTo>
                    <a:pt x="1710" y="3120"/>
                    <a:pt x="4212" y="3214"/>
                    <a:pt x="5377" y="3214"/>
                  </a:cubicBezTo>
                  <a:cubicBezTo>
                    <a:pt x="5765" y="3214"/>
                    <a:pt x="6005" y="3203"/>
                    <a:pt x="6005" y="3203"/>
                  </a:cubicBezTo>
                  <a:cubicBezTo>
                    <a:pt x="6005" y="3203"/>
                    <a:pt x="6243" y="3214"/>
                    <a:pt x="6628" y="3214"/>
                  </a:cubicBezTo>
                  <a:cubicBezTo>
                    <a:pt x="7784" y="3214"/>
                    <a:pt x="10267" y="3120"/>
                    <a:pt x="11643" y="2369"/>
                  </a:cubicBezTo>
                  <a:cubicBezTo>
                    <a:pt x="11643" y="1702"/>
                    <a:pt x="11743" y="1068"/>
                    <a:pt x="11976" y="435"/>
                  </a:cubicBezTo>
                  <a:lnTo>
                    <a:pt x="6806" y="1"/>
                  </a:lnTo>
                  <a:lnTo>
                    <a:pt x="6005" y="968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1046133" y="1875758"/>
              <a:ext cx="390630" cy="68459"/>
            </a:xfrm>
            <a:custGeom>
              <a:rect b="b" l="l" r="r" t="t"/>
              <a:pathLst>
                <a:path extrusionOk="0" h="2099" w="11977">
                  <a:moveTo>
                    <a:pt x="5171" y="0"/>
                  </a:moveTo>
                  <a:lnTo>
                    <a:pt x="1" y="401"/>
                  </a:lnTo>
                  <a:cubicBezTo>
                    <a:pt x="168" y="934"/>
                    <a:pt x="301" y="1468"/>
                    <a:pt x="334" y="2002"/>
                  </a:cubicBezTo>
                  <a:cubicBezTo>
                    <a:pt x="1100" y="2067"/>
                    <a:pt x="1866" y="2099"/>
                    <a:pt x="2630" y="2099"/>
                  </a:cubicBezTo>
                  <a:cubicBezTo>
                    <a:pt x="5794" y="2099"/>
                    <a:pt x="8933" y="1549"/>
                    <a:pt x="11943" y="501"/>
                  </a:cubicBezTo>
                  <a:lnTo>
                    <a:pt x="11976" y="401"/>
                  </a:lnTo>
                  <a:lnTo>
                    <a:pt x="6806" y="0"/>
                  </a:lnTo>
                  <a:lnTo>
                    <a:pt x="6005" y="9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1003700" y="1768028"/>
              <a:ext cx="474385" cy="138222"/>
            </a:xfrm>
            <a:custGeom>
              <a:rect b="b" l="l" r="r" t="t"/>
              <a:pathLst>
                <a:path extrusionOk="0" h="4238" w="14545">
                  <a:moveTo>
                    <a:pt x="1" y="1"/>
                  </a:moveTo>
                  <a:lnTo>
                    <a:pt x="1" y="3036"/>
                  </a:lnTo>
                  <a:cubicBezTo>
                    <a:pt x="1" y="3704"/>
                    <a:pt x="3270" y="4237"/>
                    <a:pt x="7306" y="4237"/>
                  </a:cubicBezTo>
                  <a:cubicBezTo>
                    <a:pt x="11309" y="4237"/>
                    <a:pt x="14545" y="3704"/>
                    <a:pt x="14545" y="3036"/>
                  </a:cubicBezTo>
                  <a:lnTo>
                    <a:pt x="14545" y="1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3"/>
            <p:cNvSpPr/>
            <p:nvPr/>
          </p:nvSpPr>
          <p:spPr>
            <a:xfrm>
              <a:off x="1003700" y="1768028"/>
              <a:ext cx="475494" cy="64252"/>
            </a:xfrm>
            <a:custGeom>
              <a:rect b="b" l="l" r="r" t="t"/>
              <a:pathLst>
                <a:path extrusionOk="0" h="1970" w="14579">
                  <a:moveTo>
                    <a:pt x="1" y="1"/>
                  </a:moveTo>
                  <a:lnTo>
                    <a:pt x="1" y="1235"/>
                  </a:lnTo>
                  <a:cubicBezTo>
                    <a:pt x="1435" y="1669"/>
                    <a:pt x="4137" y="1969"/>
                    <a:pt x="7306" y="1969"/>
                  </a:cubicBezTo>
                  <a:cubicBezTo>
                    <a:pt x="10442" y="1969"/>
                    <a:pt x="13144" y="1669"/>
                    <a:pt x="14578" y="1235"/>
                  </a:cubicBezTo>
                  <a:lnTo>
                    <a:pt x="14578" y="1"/>
                  </a:ln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3"/>
            <p:cNvSpPr/>
            <p:nvPr/>
          </p:nvSpPr>
          <p:spPr>
            <a:xfrm>
              <a:off x="971085" y="1682086"/>
              <a:ext cx="540724" cy="128405"/>
            </a:xfrm>
            <a:custGeom>
              <a:rect b="b" l="l" r="r" t="t"/>
              <a:pathLst>
                <a:path extrusionOk="0" h="3937" w="16579">
                  <a:moveTo>
                    <a:pt x="0" y="1"/>
                  </a:moveTo>
                  <a:lnTo>
                    <a:pt x="0" y="2569"/>
                  </a:lnTo>
                  <a:cubicBezTo>
                    <a:pt x="0" y="3303"/>
                    <a:pt x="3703" y="3937"/>
                    <a:pt x="8273" y="3937"/>
                  </a:cubicBezTo>
                  <a:cubicBezTo>
                    <a:pt x="12876" y="3937"/>
                    <a:pt x="16579" y="3303"/>
                    <a:pt x="16579" y="2569"/>
                  </a:cubicBezTo>
                  <a:lnTo>
                    <a:pt x="16579" y="1"/>
                  </a:ln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3"/>
            <p:cNvSpPr/>
            <p:nvPr/>
          </p:nvSpPr>
          <p:spPr>
            <a:xfrm>
              <a:off x="1163647" y="1694056"/>
              <a:ext cx="57696" cy="116436"/>
            </a:xfrm>
            <a:custGeom>
              <a:rect b="b" l="l" r="r" t="t"/>
              <a:pathLst>
                <a:path extrusionOk="0" h="3570" w="1769">
                  <a:moveTo>
                    <a:pt x="0" y="1"/>
                  </a:moveTo>
                  <a:lnTo>
                    <a:pt x="0" y="3503"/>
                  </a:lnTo>
                  <a:cubicBezTo>
                    <a:pt x="568" y="3537"/>
                    <a:pt x="1168" y="3537"/>
                    <a:pt x="1768" y="3570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1072258" y="1694056"/>
              <a:ext cx="56587" cy="112098"/>
            </a:xfrm>
            <a:custGeom>
              <a:rect b="b" l="l" r="r" t="t"/>
              <a:pathLst>
                <a:path extrusionOk="0" h="3437" w="1735">
                  <a:moveTo>
                    <a:pt x="0" y="1"/>
                  </a:moveTo>
                  <a:lnTo>
                    <a:pt x="0" y="3270"/>
                  </a:lnTo>
                  <a:cubicBezTo>
                    <a:pt x="501" y="3336"/>
                    <a:pt x="1101" y="3370"/>
                    <a:pt x="1735" y="3436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3"/>
            <p:cNvSpPr/>
            <p:nvPr/>
          </p:nvSpPr>
          <p:spPr>
            <a:xfrm>
              <a:off x="1005885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2869"/>
                  </a:lnTo>
                  <a:cubicBezTo>
                    <a:pt x="434" y="2969"/>
                    <a:pt x="901" y="3070"/>
                    <a:pt x="1368" y="313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971085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2569"/>
                  </a:lnTo>
                  <a:cubicBezTo>
                    <a:pt x="0" y="2736"/>
                    <a:pt x="200" y="2903"/>
                    <a:pt x="534" y="30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1261560" y="1694056"/>
              <a:ext cx="56620" cy="116436"/>
            </a:xfrm>
            <a:custGeom>
              <a:rect b="b" l="l" r="r" t="t"/>
              <a:pathLst>
                <a:path extrusionOk="0" h="3570" w="1736">
                  <a:moveTo>
                    <a:pt x="1" y="1"/>
                  </a:moveTo>
                  <a:lnTo>
                    <a:pt x="1" y="3570"/>
                  </a:lnTo>
                  <a:cubicBezTo>
                    <a:pt x="601" y="3537"/>
                    <a:pt x="1201" y="3537"/>
                    <a:pt x="1735" y="3503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3"/>
            <p:cNvSpPr/>
            <p:nvPr/>
          </p:nvSpPr>
          <p:spPr>
            <a:xfrm>
              <a:off x="1354025" y="1694056"/>
              <a:ext cx="56620" cy="112098"/>
            </a:xfrm>
            <a:custGeom>
              <a:rect b="b" l="l" r="r" t="t"/>
              <a:pathLst>
                <a:path extrusionOk="0" h="3437" w="1736">
                  <a:moveTo>
                    <a:pt x="1" y="1"/>
                  </a:moveTo>
                  <a:lnTo>
                    <a:pt x="1" y="3436"/>
                  </a:lnTo>
                  <a:cubicBezTo>
                    <a:pt x="635" y="3370"/>
                    <a:pt x="1202" y="3336"/>
                    <a:pt x="1736" y="3270"/>
                  </a:cubicBezTo>
                  <a:lnTo>
                    <a:pt x="1736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3"/>
            <p:cNvSpPr/>
            <p:nvPr/>
          </p:nvSpPr>
          <p:spPr>
            <a:xfrm>
              <a:off x="1432368" y="1694056"/>
              <a:ext cx="44650" cy="102313"/>
            </a:xfrm>
            <a:custGeom>
              <a:rect b="b" l="l" r="r" t="t"/>
              <a:pathLst>
                <a:path extrusionOk="0" h="3137" w="1369">
                  <a:moveTo>
                    <a:pt x="1" y="1"/>
                  </a:moveTo>
                  <a:lnTo>
                    <a:pt x="1" y="3136"/>
                  </a:lnTo>
                  <a:cubicBezTo>
                    <a:pt x="468" y="3070"/>
                    <a:pt x="935" y="2969"/>
                    <a:pt x="1368" y="2869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3"/>
            <p:cNvSpPr/>
            <p:nvPr/>
          </p:nvSpPr>
          <p:spPr>
            <a:xfrm>
              <a:off x="1494403" y="1682086"/>
              <a:ext cx="17416" cy="99052"/>
            </a:xfrm>
            <a:custGeom>
              <a:rect b="b" l="l" r="r" t="t"/>
              <a:pathLst>
                <a:path extrusionOk="0" h="3037" w="534">
                  <a:moveTo>
                    <a:pt x="0" y="1"/>
                  </a:moveTo>
                  <a:lnTo>
                    <a:pt x="0" y="3036"/>
                  </a:lnTo>
                  <a:cubicBezTo>
                    <a:pt x="334" y="2903"/>
                    <a:pt x="534" y="2736"/>
                    <a:pt x="534" y="2569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3"/>
            <p:cNvSpPr/>
            <p:nvPr/>
          </p:nvSpPr>
          <p:spPr>
            <a:xfrm>
              <a:off x="971085" y="1637500"/>
              <a:ext cx="540724" cy="89235"/>
            </a:xfrm>
            <a:custGeom>
              <a:rect b="b" l="l" r="r" t="t"/>
              <a:pathLst>
                <a:path extrusionOk="0" h="2736" w="16579">
                  <a:moveTo>
                    <a:pt x="8306" y="0"/>
                  </a:moveTo>
                  <a:cubicBezTo>
                    <a:pt x="3703" y="0"/>
                    <a:pt x="0" y="601"/>
                    <a:pt x="0" y="1368"/>
                  </a:cubicBezTo>
                  <a:cubicBezTo>
                    <a:pt x="0" y="2102"/>
                    <a:pt x="3703" y="2735"/>
                    <a:pt x="8306" y="2735"/>
                  </a:cubicBezTo>
                  <a:cubicBezTo>
                    <a:pt x="12876" y="2735"/>
                    <a:pt x="16579" y="2102"/>
                    <a:pt x="16579" y="1368"/>
                  </a:cubicBezTo>
                  <a:cubicBezTo>
                    <a:pt x="16579" y="601"/>
                    <a:pt x="12876" y="0"/>
                    <a:pt x="8306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1221312" y="2273962"/>
              <a:ext cx="399305" cy="514306"/>
            </a:xfrm>
            <a:custGeom>
              <a:rect b="b" l="l" r="r" t="t"/>
              <a:pathLst>
                <a:path extrusionOk="0" h="15769" w="12243">
                  <a:moveTo>
                    <a:pt x="12242" y="0"/>
                  </a:moveTo>
                  <a:cubicBezTo>
                    <a:pt x="12242" y="0"/>
                    <a:pt x="10108" y="1668"/>
                    <a:pt x="0" y="1668"/>
                  </a:cubicBezTo>
                  <a:lnTo>
                    <a:pt x="0" y="15511"/>
                  </a:lnTo>
                  <a:cubicBezTo>
                    <a:pt x="0" y="15511"/>
                    <a:pt x="1412" y="15769"/>
                    <a:pt x="3413" y="15769"/>
                  </a:cubicBezTo>
                  <a:cubicBezTo>
                    <a:pt x="5965" y="15769"/>
                    <a:pt x="9476" y="15350"/>
                    <a:pt x="12242" y="13443"/>
                  </a:cubicBezTo>
                  <a:lnTo>
                    <a:pt x="122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1436739" y="2328333"/>
              <a:ext cx="149083" cy="411275"/>
            </a:xfrm>
            <a:custGeom>
              <a:rect b="b" l="l" r="r" t="t"/>
              <a:pathLst>
                <a:path extrusionOk="0" h="12610" w="4571">
                  <a:moveTo>
                    <a:pt x="4570" y="1"/>
                  </a:moveTo>
                  <a:cubicBezTo>
                    <a:pt x="4570" y="1"/>
                    <a:pt x="3169" y="635"/>
                    <a:pt x="0" y="768"/>
                  </a:cubicBezTo>
                  <a:lnTo>
                    <a:pt x="0" y="12610"/>
                  </a:lnTo>
                  <a:cubicBezTo>
                    <a:pt x="0" y="12610"/>
                    <a:pt x="3536" y="12243"/>
                    <a:pt x="4570" y="10642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23"/>
          <p:cNvGrpSpPr/>
          <p:nvPr/>
        </p:nvGrpSpPr>
        <p:grpSpPr>
          <a:xfrm>
            <a:off x="2131307" y="2782785"/>
            <a:ext cx="2504439" cy="512256"/>
            <a:chOff x="4872869" y="1787585"/>
            <a:chExt cx="2504439" cy="512256"/>
          </a:xfrm>
        </p:grpSpPr>
        <p:sp>
          <p:nvSpPr>
            <p:cNvPr id="940" name="Google Shape;940;p23"/>
            <p:cNvSpPr/>
            <p:nvPr/>
          </p:nvSpPr>
          <p:spPr>
            <a:xfrm rot="5400000">
              <a:off x="6851821" y="1949099"/>
              <a:ext cx="59725" cy="189227"/>
            </a:xfrm>
            <a:custGeom>
              <a:rect b="b" l="l" r="r" t="t"/>
              <a:pathLst>
                <a:path extrusionOk="0" h="1869" w="801">
                  <a:moveTo>
                    <a:pt x="400" y="0"/>
                  </a:moveTo>
                  <a:cubicBezTo>
                    <a:pt x="167" y="34"/>
                    <a:pt x="0" y="201"/>
                    <a:pt x="0" y="401"/>
                  </a:cubicBezTo>
                  <a:lnTo>
                    <a:pt x="0" y="1468"/>
                  </a:lnTo>
                  <a:cubicBezTo>
                    <a:pt x="0" y="1668"/>
                    <a:pt x="167" y="1835"/>
                    <a:pt x="400" y="1868"/>
                  </a:cubicBezTo>
                  <a:cubicBezTo>
                    <a:pt x="600" y="1835"/>
                    <a:pt x="767" y="1668"/>
                    <a:pt x="801" y="1468"/>
                  </a:cubicBezTo>
                  <a:lnTo>
                    <a:pt x="801" y="401"/>
                  </a:lnTo>
                  <a:cubicBezTo>
                    <a:pt x="767" y="201"/>
                    <a:pt x="600" y="34"/>
                    <a:pt x="400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3"/>
            <p:cNvSpPr/>
            <p:nvPr/>
          </p:nvSpPr>
          <p:spPr>
            <a:xfrm rot="5400000">
              <a:off x="7170883" y="1842285"/>
              <a:ext cx="9989" cy="402862"/>
            </a:xfrm>
            <a:custGeom>
              <a:rect b="b" l="l" r="r" t="t"/>
              <a:pathLst>
                <a:path extrusionOk="0" h="5405" w="134">
                  <a:moveTo>
                    <a:pt x="0" y="1"/>
                  </a:moveTo>
                  <a:lnTo>
                    <a:pt x="0" y="5404"/>
                  </a:lnTo>
                  <a:lnTo>
                    <a:pt x="134" y="5404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3"/>
            <p:cNvSpPr/>
            <p:nvPr/>
          </p:nvSpPr>
          <p:spPr>
            <a:xfrm rot="5400000">
              <a:off x="6687525" y="1985325"/>
              <a:ext cx="206400" cy="116700"/>
            </a:xfrm>
            <a:prstGeom prst="roundRect">
              <a:avLst>
                <a:gd fmla="val 5711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3"/>
            <p:cNvSpPr/>
            <p:nvPr/>
          </p:nvSpPr>
          <p:spPr>
            <a:xfrm rot="5400000">
              <a:off x="5212213" y="1690642"/>
              <a:ext cx="206483" cy="706145"/>
            </a:xfrm>
            <a:custGeom>
              <a:rect b="b" l="l" r="r" t="t"/>
              <a:pathLst>
                <a:path extrusionOk="0" h="9474" w="2770">
                  <a:moveTo>
                    <a:pt x="1" y="0"/>
                  </a:moveTo>
                  <a:lnTo>
                    <a:pt x="1" y="9474"/>
                  </a:lnTo>
                  <a:lnTo>
                    <a:pt x="2769" y="9474"/>
                  </a:lnTo>
                  <a:lnTo>
                    <a:pt x="2769" y="0"/>
                  </a:ln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3"/>
            <p:cNvSpPr/>
            <p:nvPr/>
          </p:nvSpPr>
          <p:spPr>
            <a:xfrm rot="5400000">
              <a:off x="5933254" y="1444453"/>
              <a:ext cx="295934" cy="1198523"/>
            </a:xfrm>
            <a:custGeom>
              <a:rect b="b" l="l" r="r" t="t"/>
              <a:pathLst>
                <a:path extrusionOk="0" h="16080" w="3970">
                  <a:moveTo>
                    <a:pt x="0" y="1"/>
                  </a:moveTo>
                  <a:lnTo>
                    <a:pt x="0" y="16079"/>
                  </a:lnTo>
                  <a:lnTo>
                    <a:pt x="3970" y="16079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3"/>
            <p:cNvSpPr/>
            <p:nvPr/>
          </p:nvSpPr>
          <p:spPr>
            <a:xfrm rot="5400000">
              <a:off x="5186148" y="1974060"/>
              <a:ext cx="512256" cy="139306"/>
            </a:xfrm>
            <a:custGeom>
              <a:rect b="b" l="l" r="r" t="t"/>
              <a:pathLst>
                <a:path extrusionOk="0" h="1869" w="6872">
                  <a:moveTo>
                    <a:pt x="934" y="1"/>
                  </a:moveTo>
                  <a:cubicBezTo>
                    <a:pt x="400" y="1"/>
                    <a:pt x="0" y="434"/>
                    <a:pt x="0" y="935"/>
                  </a:cubicBezTo>
                  <a:cubicBezTo>
                    <a:pt x="0" y="1435"/>
                    <a:pt x="434" y="1835"/>
                    <a:pt x="934" y="1869"/>
                  </a:cubicBezTo>
                  <a:lnTo>
                    <a:pt x="5938" y="1869"/>
                  </a:lnTo>
                  <a:cubicBezTo>
                    <a:pt x="6438" y="1835"/>
                    <a:pt x="6838" y="1435"/>
                    <a:pt x="6872" y="935"/>
                  </a:cubicBezTo>
                  <a:cubicBezTo>
                    <a:pt x="6872" y="434"/>
                    <a:pt x="6438" y="1"/>
                    <a:pt x="5938" y="1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3"/>
            <p:cNvSpPr/>
            <p:nvPr/>
          </p:nvSpPr>
          <p:spPr>
            <a:xfrm rot="5400000">
              <a:off x="4719977" y="1985241"/>
              <a:ext cx="422731" cy="116945"/>
            </a:xfrm>
            <a:custGeom>
              <a:rect b="b" l="l" r="r" t="t"/>
              <a:pathLst>
                <a:path extrusionOk="0" h="1569" w="5671">
                  <a:moveTo>
                    <a:pt x="767" y="1"/>
                  </a:moveTo>
                  <a:cubicBezTo>
                    <a:pt x="334" y="1"/>
                    <a:pt x="0" y="334"/>
                    <a:pt x="0" y="768"/>
                  </a:cubicBezTo>
                  <a:cubicBezTo>
                    <a:pt x="0" y="1202"/>
                    <a:pt x="334" y="1569"/>
                    <a:pt x="767" y="1569"/>
                  </a:cubicBezTo>
                  <a:lnTo>
                    <a:pt x="4870" y="1569"/>
                  </a:lnTo>
                  <a:cubicBezTo>
                    <a:pt x="5304" y="1569"/>
                    <a:pt x="5671" y="1202"/>
                    <a:pt x="5671" y="768"/>
                  </a:cubicBezTo>
                  <a:cubicBezTo>
                    <a:pt x="5671" y="334"/>
                    <a:pt x="5304" y="1"/>
                    <a:pt x="4870" y="1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 rot="5400000">
              <a:off x="6502450" y="1954425"/>
              <a:ext cx="298800" cy="176400"/>
            </a:xfrm>
            <a:prstGeom prst="roundRect">
              <a:avLst>
                <a:gd fmla="val 5711" name="adj"/>
              </a:avLst>
            </a:pr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 rot="10800000">
              <a:off x="567660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 rot="10800000">
              <a:off x="5725707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 rot="10800000">
              <a:off x="5774813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3"/>
            <p:cNvSpPr/>
            <p:nvPr/>
          </p:nvSpPr>
          <p:spPr>
            <a:xfrm rot="10800000">
              <a:off x="582392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3"/>
            <p:cNvSpPr/>
            <p:nvPr/>
          </p:nvSpPr>
          <p:spPr>
            <a:xfrm rot="10800000">
              <a:off x="5873027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 rot="10800000">
              <a:off x="5922133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3"/>
            <p:cNvSpPr/>
            <p:nvPr/>
          </p:nvSpPr>
          <p:spPr>
            <a:xfrm rot="10800000">
              <a:off x="597124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3"/>
            <p:cNvSpPr/>
            <p:nvPr/>
          </p:nvSpPr>
          <p:spPr>
            <a:xfrm rot="10800000">
              <a:off x="6020347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3"/>
            <p:cNvSpPr/>
            <p:nvPr/>
          </p:nvSpPr>
          <p:spPr>
            <a:xfrm rot="10800000">
              <a:off x="6069453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 rot="10800000">
              <a:off x="611856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 rot="10800000">
              <a:off x="6167667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 rot="10800000">
              <a:off x="6216773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 rot="10800000">
              <a:off x="626588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 rot="10800000">
              <a:off x="6314987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3"/>
            <p:cNvSpPr/>
            <p:nvPr/>
          </p:nvSpPr>
          <p:spPr>
            <a:xfrm rot="10800000">
              <a:off x="6364093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3"/>
            <p:cNvSpPr/>
            <p:nvPr/>
          </p:nvSpPr>
          <p:spPr>
            <a:xfrm rot="10800000">
              <a:off x="6413200" y="1891858"/>
              <a:ext cx="11700" cy="1470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4" name="Google Shape;964;p23"/>
          <p:cNvSpPr txBox="1"/>
          <p:nvPr/>
        </p:nvSpPr>
        <p:spPr>
          <a:xfrm>
            <a:off x="720000" y="1247775"/>
            <a:ext cx="5810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K-NN METHOD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965" name="Google Shape;965;p23"/>
          <p:cNvSpPr txBox="1"/>
          <p:nvPr/>
        </p:nvSpPr>
        <p:spPr>
          <a:xfrm>
            <a:off x="2081825" y="3542700"/>
            <a:ext cx="48261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The data show a high degree of overlap between classes in the multidimensional space, which makes it difficult to perform k-nearest-neighbor clustering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66" name="Google Shape;966;p23"/>
          <p:cNvSpPr txBox="1"/>
          <p:nvPr/>
        </p:nvSpPr>
        <p:spPr>
          <a:xfrm>
            <a:off x="1666650" y="1941550"/>
            <a:ext cx="58107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Accuracy : 0.6200</a:t>
            </a:r>
            <a:endParaRPr sz="24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4"/>
          <p:cNvSpPr txBox="1"/>
          <p:nvPr>
            <p:ph type="title"/>
          </p:nvPr>
        </p:nvSpPr>
        <p:spPr>
          <a:xfrm>
            <a:off x="720000" y="45331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Regression</a:t>
            </a:r>
            <a:endParaRPr/>
          </a:p>
        </p:txBody>
      </p:sp>
      <p:sp>
        <p:nvSpPr>
          <p:cNvPr id="972" name="Google Shape;972;p24"/>
          <p:cNvSpPr txBox="1"/>
          <p:nvPr/>
        </p:nvSpPr>
        <p:spPr>
          <a:xfrm>
            <a:off x="4750525" y="2325175"/>
            <a:ext cx="33231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Although the accuracy is 69%, the recall analysis (0.0159) reveals that the model is ineffective for a medical setting, as it fails to detect 98% of patients with the disease.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3" name="Google Shape;973;p24"/>
          <p:cNvSpPr txBox="1"/>
          <p:nvPr/>
        </p:nvSpPr>
        <p:spPr>
          <a:xfrm>
            <a:off x="1912675" y="1256025"/>
            <a:ext cx="1637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Accuracy:  0.6900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Precision: 1.0000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Recall:    0.0159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F1 Score:  0.0312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974" name="Google Shape;9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99" y="2142300"/>
            <a:ext cx="3402550" cy="26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5"/>
          <p:cNvSpPr txBox="1"/>
          <p:nvPr>
            <p:ph type="title"/>
          </p:nvPr>
        </p:nvSpPr>
        <p:spPr>
          <a:xfrm>
            <a:off x="720000" y="462937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Tree Classifier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0" name="Google Shape;980;p25"/>
          <p:cNvSpPr txBox="1"/>
          <p:nvPr/>
        </p:nvSpPr>
        <p:spPr>
          <a:xfrm>
            <a:off x="811025" y="2109075"/>
            <a:ext cx="2658300" cy="209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The decision tree performed poorly in terms of precision (0.14) and F1-score. Not only did this model fail to detect most of the patients (recall of 0.01), but it also generated false alarms.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81" name="Google Shape;981;p25"/>
          <p:cNvSpPr txBox="1"/>
          <p:nvPr/>
        </p:nvSpPr>
        <p:spPr>
          <a:xfrm>
            <a:off x="5322404" y="1178959"/>
            <a:ext cx="1637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Accuracy: 0.6600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Precision: 0.1429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Recall: 0.0159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F1 Score: 0.0286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982" name="Google Shape;9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750" y="1901351"/>
            <a:ext cx="3967601" cy="29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6"/>
          <p:cNvSpPr txBox="1"/>
          <p:nvPr>
            <p:ph type="title"/>
          </p:nvPr>
        </p:nvSpPr>
        <p:spPr>
          <a:xfrm>
            <a:off x="720000" y="540000"/>
            <a:ext cx="7704000" cy="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</a:t>
            </a:r>
            <a:r>
              <a:rPr lang="en">
                <a:solidFill>
                  <a:schemeClr val="dk2"/>
                </a:solidFill>
              </a:rPr>
              <a:t>tree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88" name="Google Shape;9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700" y="1340975"/>
            <a:ext cx="7272945" cy="36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7"/>
          <p:cNvSpPr txBox="1"/>
          <p:nvPr>
            <p:ph type="title"/>
          </p:nvPr>
        </p:nvSpPr>
        <p:spPr>
          <a:xfrm>
            <a:off x="720000" y="45331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</a:t>
            </a:r>
            <a:r>
              <a:rPr lang="en">
                <a:solidFill>
                  <a:schemeClr val="dk2"/>
                </a:solidFill>
              </a:rPr>
              <a:t>FOREST</a:t>
            </a:r>
            <a:endParaRPr/>
          </a:p>
        </p:txBody>
      </p:sp>
      <p:sp>
        <p:nvSpPr>
          <p:cNvPr id="994" name="Google Shape;994;p27"/>
          <p:cNvSpPr txBox="1"/>
          <p:nvPr/>
        </p:nvSpPr>
        <p:spPr>
          <a:xfrm>
            <a:off x="4750525" y="2585225"/>
            <a:ext cx="33231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The Random Forest model completely failed to identify the minority class (patients with diabetes), resulting in a recall of 0.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Despite having an accuracy of 68.5%, the model is useless in medical practice.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95" name="Google Shape;995;p27"/>
          <p:cNvSpPr txBox="1"/>
          <p:nvPr/>
        </p:nvSpPr>
        <p:spPr>
          <a:xfrm>
            <a:off x="1912675" y="1111545"/>
            <a:ext cx="1637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Accuracy:  0.6850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Precision: 0.0000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Recall:    0.0000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 F1 Score:  0.0000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996" name="Google Shape;9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25" y="2001995"/>
            <a:ext cx="3569467" cy="292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8"/>
          <p:cNvSpPr/>
          <p:nvPr/>
        </p:nvSpPr>
        <p:spPr>
          <a:xfrm>
            <a:off x="6977582" y="1671273"/>
            <a:ext cx="953400" cy="953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8"/>
          <p:cNvSpPr/>
          <p:nvPr/>
        </p:nvSpPr>
        <p:spPr>
          <a:xfrm>
            <a:off x="6967950" y="1671405"/>
            <a:ext cx="953400" cy="953400"/>
          </a:xfrm>
          <a:prstGeom prst="arc">
            <a:avLst>
              <a:gd fmla="val 16200000" name="adj1"/>
              <a:gd fmla="val 124028" name="adj2"/>
            </a:avLst>
          </a:prstGeom>
          <a:noFill/>
          <a:ln cap="rnd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8"/>
          <p:cNvSpPr/>
          <p:nvPr/>
        </p:nvSpPr>
        <p:spPr>
          <a:xfrm>
            <a:off x="3960470" y="1671275"/>
            <a:ext cx="953400" cy="953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8"/>
          <p:cNvSpPr/>
          <p:nvPr/>
        </p:nvSpPr>
        <p:spPr>
          <a:xfrm>
            <a:off x="3955968" y="1671279"/>
            <a:ext cx="953400" cy="953400"/>
          </a:xfrm>
          <a:prstGeom prst="arc">
            <a:avLst>
              <a:gd fmla="val 16200000" name="adj1"/>
              <a:gd fmla="val 5366285" name="adj2"/>
            </a:avLst>
          </a:prstGeom>
          <a:noFill/>
          <a:ln cap="rnd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8"/>
          <p:cNvSpPr/>
          <p:nvPr/>
        </p:nvSpPr>
        <p:spPr>
          <a:xfrm>
            <a:off x="870569" y="1671241"/>
            <a:ext cx="953400" cy="953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8"/>
          <p:cNvSpPr txBox="1"/>
          <p:nvPr>
            <p:ph type="title"/>
          </p:nvPr>
        </p:nvSpPr>
        <p:spPr>
          <a:xfrm>
            <a:off x="720000" y="376256"/>
            <a:ext cx="77040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</a:t>
            </a:r>
            <a:r>
              <a:rPr lang="en"/>
              <a:t> WITH  </a:t>
            </a:r>
            <a:r>
              <a:rPr lang="en">
                <a:solidFill>
                  <a:schemeClr val="dk2"/>
                </a:solidFill>
              </a:rPr>
              <a:t>via GridSearchCV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007" name="Google Shape;1007;p28"/>
          <p:cNvGrpSpPr/>
          <p:nvPr/>
        </p:nvGrpSpPr>
        <p:grpSpPr>
          <a:xfrm>
            <a:off x="1134879" y="1916837"/>
            <a:ext cx="444061" cy="462179"/>
            <a:chOff x="6342517" y="1608482"/>
            <a:chExt cx="444061" cy="462179"/>
          </a:xfrm>
        </p:grpSpPr>
        <p:sp>
          <p:nvSpPr>
            <p:cNvPr id="1008" name="Google Shape;1008;p28"/>
            <p:cNvSpPr/>
            <p:nvPr/>
          </p:nvSpPr>
          <p:spPr>
            <a:xfrm>
              <a:off x="6467852" y="1827045"/>
              <a:ext cx="34312" cy="62542"/>
            </a:xfrm>
            <a:custGeom>
              <a:rect b="b" l="l" r="r" t="t"/>
              <a:pathLst>
                <a:path extrusionOk="0" h="1985" w="1089">
                  <a:moveTo>
                    <a:pt x="256" y="1"/>
                  </a:moveTo>
                  <a:cubicBezTo>
                    <a:pt x="208" y="1"/>
                    <a:pt x="160" y="16"/>
                    <a:pt x="121" y="49"/>
                  </a:cubicBezTo>
                  <a:cubicBezTo>
                    <a:pt x="15" y="125"/>
                    <a:pt x="0" y="260"/>
                    <a:pt x="75" y="351"/>
                  </a:cubicBezTo>
                  <a:cubicBezTo>
                    <a:pt x="484" y="865"/>
                    <a:pt x="635" y="1772"/>
                    <a:pt x="635" y="1788"/>
                  </a:cubicBezTo>
                  <a:cubicBezTo>
                    <a:pt x="650" y="1893"/>
                    <a:pt x="756" y="1984"/>
                    <a:pt x="861" y="1984"/>
                  </a:cubicBezTo>
                  <a:cubicBezTo>
                    <a:pt x="861" y="1984"/>
                    <a:pt x="877" y="1970"/>
                    <a:pt x="892" y="1970"/>
                  </a:cubicBezTo>
                  <a:cubicBezTo>
                    <a:pt x="1013" y="1954"/>
                    <a:pt x="1089" y="1833"/>
                    <a:pt x="1073" y="1712"/>
                  </a:cubicBezTo>
                  <a:cubicBezTo>
                    <a:pt x="1073" y="1682"/>
                    <a:pt x="892" y="684"/>
                    <a:pt x="424" y="79"/>
                  </a:cubicBezTo>
                  <a:cubicBezTo>
                    <a:pt x="380" y="27"/>
                    <a:pt x="318" y="1"/>
                    <a:pt x="256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6618834" y="1630505"/>
              <a:ext cx="83873" cy="80439"/>
            </a:xfrm>
            <a:custGeom>
              <a:rect b="b" l="l" r="r" t="t"/>
              <a:pathLst>
                <a:path extrusionOk="0" h="2553" w="2662">
                  <a:moveTo>
                    <a:pt x="563" y="0"/>
                  </a:moveTo>
                  <a:cubicBezTo>
                    <a:pt x="473" y="0"/>
                    <a:pt x="382" y="24"/>
                    <a:pt x="303" y="73"/>
                  </a:cubicBezTo>
                  <a:cubicBezTo>
                    <a:pt x="77" y="224"/>
                    <a:pt x="1" y="511"/>
                    <a:pt x="122" y="738"/>
                  </a:cubicBezTo>
                  <a:lnTo>
                    <a:pt x="379" y="1176"/>
                  </a:lnTo>
                  <a:cubicBezTo>
                    <a:pt x="531" y="1478"/>
                    <a:pt x="787" y="1720"/>
                    <a:pt x="1105" y="1857"/>
                  </a:cubicBezTo>
                  <a:lnTo>
                    <a:pt x="2662" y="2553"/>
                  </a:lnTo>
                  <a:lnTo>
                    <a:pt x="2662" y="2053"/>
                  </a:lnTo>
                  <a:lnTo>
                    <a:pt x="924" y="163"/>
                  </a:lnTo>
                  <a:cubicBezTo>
                    <a:pt x="833" y="55"/>
                    <a:pt x="699" y="0"/>
                    <a:pt x="563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6702674" y="1630505"/>
              <a:ext cx="83904" cy="80439"/>
            </a:xfrm>
            <a:custGeom>
              <a:rect b="b" l="l" r="r" t="t"/>
              <a:pathLst>
                <a:path extrusionOk="0" h="2553" w="2663">
                  <a:moveTo>
                    <a:pt x="2093" y="0"/>
                  </a:moveTo>
                  <a:cubicBezTo>
                    <a:pt x="1957" y="0"/>
                    <a:pt x="1825" y="55"/>
                    <a:pt x="1725" y="163"/>
                  </a:cubicBezTo>
                  <a:lnTo>
                    <a:pt x="1" y="2053"/>
                  </a:lnTo>
                  <a:lnTo>
                    <a:pt x="1" y="2553"/>
                  </a:lnTo>
                  <a:lnTo>
                    <a:pt x="1543" y="1857"/>
                  </a:lnTo>
                  <a:cubicBezTo>
                    <a:pt x="1861" y="1720"/>
                    <a:pt x="2118" y="1478"/>
                    <a:pt x="2285" y="1176"/>
                  </a:cubicBezTo>
                  <a:lnTo>
                    <a:pt x="2527" y="738"/>
                  </a:lnTo>
                  <a:cubicBezTo>
                    <a:pt x="2662" y="511"/>
                    <a:pt x="2587" y="224"/>
                    <a:pt x="2360" y="73"/>
                  </a:cubicBezTo>
                  <a:cubicBezTo>
                    <a:pt x="2275" y="24"/>
                    <a:pt x="2183" y="0"/>
                    <a:pt x="2093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6342517" y="1866838"/>
              <a:ext cx="304488" cy="203696"/>
            </a:xfrm>
            <a:custGeom>
              <a:rect b="b" l="l" r="r" t="t"/>
              <a:pathLst>
                <a:path extrusionOk="0" h="6465" w="9664">
                  <a:moveTo>
                    <a:pt x="3436" y="0"/>
                  </a:moveTo>
                  <a:cubicBezTo>
                    <a:pt x="2960" y="0"/>
                    <a:pt x="2400" y="163"/>
                    <a:pt x="1815" y="676"/>
                  </a:cubicBezTo>
                  <a:cubicBezTo>
                    <a:pt x="1" y="2249"/>
                    <a:pt x="1861" y="5741"/>
                    <a:pt x="3176" y="6392"/>
                  </a:cubicBezTo>
                  <a:cubicBezTo>
                    <a:pt x="3298" y="6446"/>
                    <a:pt x="3514" y="6464"/>
                    <a:pt x="3752" y="6464"/>
                  </a:cubicBezTo>
                  <a:cubicBezTo>
                    <a:pt x="4105" y="6464"/>
                    <a:pt x="4505" y="6425"/>
                    <a:pt x="4704" y="6406"/>
                  </a:cubicBezTo>
                  <a:cubicBezTo>
                    <a:pt x="4749" y="6399"/>
                    <a:pt x="4791" y="6396"/>
                    <a:pt x="4832" y="6396"/>
                  </a:cubicBezTo>
                  <a:cubicBezTo>
                    <a:pt x="4874" y="6396"/>
                    <a:pt x="4915" y="6399"/>
                    <a:pt x="4960" y="6406"/>
                  </a:cubicBezTo>
                  <a:cubicBezTo>
                    <a:pt x="5159" y="6425"/>
                    <a:pt x="5559" y="6464"/>
                    <a:pt x="5912" y="6464"/>
                  </a:cubicBezTo>
                  <a:cubicBezTo>
                    <a:pt x="6150" y="6464"/>
                    <a:pt x="6367" y="6446"/>
                    <a:pt x="6488" y="6392"/>
                  </a:cubicBezTo>
                  <a:cubicBezTo>
                    <a:pt x="7803" y="5741"/>
                    <a:pt x="9663" y="2249"/>
                    <a:pt x="7864" y="676"/>
                  </a:cubicBezTo>
                  <a:cubicBezTo>
                    <a:pt x="7274" y="163"/>
                    <a:pt x="6712" y="0"/>
                    <a:pt x="6236" y="0"/>
                  </a:cubicBezTo>
                  <a:cubicBezTo>
                    <a:pt x="5407" y="0"/>
                    <a:pt x="4839" y="495"/>
                    <a:pt x="4839" y="495"/>
                  </a:cubicBezTo>
                  <a:cubicBezTo>
                    <a:pt x="4839" y="495"/>
                    <a:pt x="4266" y="0"/>
                    <a:pt x="3436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6499296" y="1866681"/>
              <a:ext cx="147707" cy="203980"/>
            </a:xfrm>
            <a:custGeom>
              <a:rect b="b" l="l" r="r" t="t"/>
              <a:pathLst>
                <a:path extrusionOk="0" h="6474" w="4688">
                  <a:moveTo>
                    <a:pt x="1253" y="1"/>
                  </a:moveTo>
                  <a:cubicBezTo>
                    <a:pt x="972" y="1"/>
                    <a:pt x="721" y="59"/>
                    <a:pt x="514" y="137"/>
                  </a:cubicBezTo>
                  <a:cubicBezTo>
                    <a:pt x="801" y="242"/>
                    <a:pt x="1103" y="409"/>
                    <a:pt x="1406" y="681"/>
                  </a:cubicBezTo>
                  <a:cubicBezTo>
                    <a:pt x="3206" y="2254"/>
                    <a:pt x="1361" y="5746"/>
                    <a:pt x="45" y="6397"/>
                  </a:cubicBezTo>
                  <a:cubicBezTo>
                    <a:pt x="30" y="6397"/>
                    <a:pt x="15" y="6397"/>
                    <a:pt x="0" y="6411"/>
                  </a:cubicBezTo>
                  <a:cubicBezTo>
                    <a:pt x="192" y="6438"/>
                    <a:pt x="564" y="6474"/>
                    <a:pt x="902" y="6474"/>
                  </a:cubicBezTo>
                  <a:cubicBezTo>
                    <a:pt x="1152" y="6474"/>
                    <a:pt x="1384" y="6454"/>
                    <a:pt x="1512" y="6397"/>
                  </a:cubicBezTo>
                  <a:cubicBezTo>
                    <a:pt x="2827" y="5746"/>
                    <a:pt x="4687" y="2254"/>
                    <a:pt x="2888" y="681"/>
                  </a:cubicBezTo>
                  <a:cubicBezTo>
                    <a:pt x="2297" y="167"/>
                    <a:pt x="1731" y="1"/>
                    <a:pt x="1253" y="1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6494980" y="1826667"/>
              <a:ext cx="73381" cy="58856"/>
            </a:xfrm>
            <a:custGeom>
              <a:rect b="b" l="l" r="r" t="t"/>
              <a:pathLst>
                <a:path extrusionOk="0" h="1868" w="2329">
                  <a:moveTo>
                    <a:pt x="1996" y="0"/>
                  </a:moveTo>
                  <a:cubicBezTo>
                    <a:pt x="1347" y="0"/>
                    <a:pt x="31" y="182"/>
                    <a:pt x="0" y="1770"/>
                  </a:cubicBezTo>
                  <a:cubicBezTo>
                    <a:pt x="0" y="1770"/>
                    <a:pt x="275" y="1867"/>
                    <a:pt x="637" y="1867"/>
                  </a:cubicBezTo>
                  <a:cubicBezTo>
                    <a:pt x="1211" y="1867"/>
                    <a:pt x="2006" y="1623"/>
                    <a:pt x="2284" y="363"/>
                  </a:cubicBezTo>
                  <a:cubicBezTo>
                    <a:pt x="2329" y="182"/>
                    <a:pt x="2178" y="0"/>
                    <a:pt x="1996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6501659" y="1826667"/>
              <a:ext cx="66701" cy="58635"/>
            </a:xfrm>
            <a:custGeom>
              <a:rect b="b" l="l" r="r" t="t"/>
              <a:pathLst>
                <a:path extrusionOk="0" h="1861" w="2117">
                  <a:moveTo>
                    <a:pt x="1784" y="0"/>
                  </a:moveTo>
                  <a:cubicBezTo>
                    <a:pt x="1603" y="0"/>
                    <a:pt x="1377" y="16"/>
                    <a:pt x="1135" y="76"/>
                  </a:cubicBezTo>
                  <a:cubicBezTo>
                    <a:pt x="1225" y="137"/>
                    <a:pt x="1270" y="258"/>
                    <a:pt x="1240" y="363"/>
                  </a:cubicBezTo>
                  <a:cubicBezTo>
                    <a:pt x="1028" y="1347"/>
                    <a:pt x="500" y="1709"/>
                    <a:pt x="0" y="1815"/>
                  </a:cubicBezTo>
                  <a:cubicBezTo>
                    <a:pt x="118" y="1839"/>
                    <a:pt x="272" y="1861"/>
                    <a:pt x="443" y="1861"/>
                  </a:cubicBezTo>
                  <a:cubicBezTo>
                    <a:pt x="1022" y="1861"/>
                    <a:pt x="1804" y="1611"/>
                    <a:pt x="2072" y="363"/>
                  </a:cubicBezTo>
                  <a:cubicBezTo>
                    <a:pt x="2117" y="182"/>
                    <a:pt x="1966" y="0"/>
                    <a:pt x="1784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6644102" y="1710911"/>
              <a:ext cx="116735" cy="359690"/>
            </a:xfrm>
            <a:custGeom>
              <a:rect b="b" l="l" r="r" t="t"/>
              <a:pathLst>
                <a:path extrusionOk="0" h="11416" w="3705">
                  <a:moveTo>
                    <a:pt x="1860" y="1"/>
                  </a:moveTo>
                  <a:cubicBezTo>
                    <a:pt x="832" y="1"/>
                    <a:pt x="1" y="832"/>
                    <a:pt x="1" y="1845"/>
                  </a:cubicBezTo>
                  <a:lnTo>
                    <a:pt x="1" y="4793"/>
                  </a:lnTo>
                  <a:cubicBezTo>
                    <a:pt x="1" y="6124"/>
                    <a:pt x="197" y="7440"/>
                    <a:pt x="560" y="8710"/>
                  </a:cubicBezTo>
                  <a:cubicBezTo>
                    <a:pt x="590" y="8861"/>
                    <a:pt x="636" y="9012"/>
                    <a:pt x="696" y="9148"/>
                  </a:cubicBezTo>
                  <a:cubicBezTo>
                    <a:pt x="727" y="9269"/>
                    <a:pt x="757" y="9375"/>
                    <a:pt x="802" y="9480"/>
                  </a:cubicBezTo>
                  <a:lnTo>
                    <a:pt x="1346" y="11053"/>
                  </a:lnTo>
                  <a:cubicBezTo>
                    <a:pt x="1429" y="11295"/>
                    <a:pt x="1641" y="11416"/>
                    <a:pt x="1853" y="11416"/>
                  </a:cubicBezTo>
                  <a:cubicBezTo>
                    <a:pt x="2064" y="11416"/>
                    <a:pt x="2276" y="11295"/>
                    <a:pt x="2360" y="11053"/>
                  </a:cubicBezTo>
                  <a:lnTo>
                    <a:pt x="2918" y="9480"/>
                  </a:lnTo>
                  <a:cubicBezTo>
                    <a:pt x="3267" y="8483"/>
                    <a:pt x="3509" y="7440"/>
                    <a:pt x="3614" y="6381"/>
                  </a:cubicBezTo>
                  <a:cubicBezTo>
                    <a:pt x="3644" y="6230"/>
                    <a:pt x="3644" y="6079"/>
                    <a:pt x="3660" y="5928"/>
                  </a:cubicBezTo>
                  <a:cubicBezTo>
                    <a:pt x="3690" y="5549"/>
                    <a:pt x="3705" y="5172"/>
                    <a:pt x="3705" y="4793"/>
                  </a:cubicBezTo>
                  <a:lnTo>
                    <a:pt x="3705" y="1845"/>
                  </a:lnTo>
                  <a:cubicBezTo>
                    <a:pt x="3705" y="1331"/>
                    <a:pt x="3509" y="878"/>
                    <a:pt x="3160" y="545"/>
                  </a:cubicBezTo>
                  <a:cubicBezTo>
                    <a:pt x="2828" y="212"/>
                    <a:pt x="2374" y="1"/>
                    <a:pt x="1860" y="1"/>
                  </a:cubicBezTo>
                  <a:close/>
                </a:path>
              </a:pathLst>
            </a:custGeom>
            <a:solidFill>
              <a:srgbClr val="F08F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6670789" y="1608482"/>
              <a:ext cx="36706" cy="102462"/>
            </a:xfrm>
            <a:custGeom>
              <a:rect b="b" l="l" r="r" t="t"/>
              <a:pathLst>
                <a:path extrusionOk="0" h="3252" w="1165">
                  <a:moveTo>
                    <a:pt x="499" y="0"/>
                  </a:moveTo>
                  <a:cubicBezTo>
                    <a:pt x="227" y="0"/>
                    <a:pt x="0" y="227"/>
                    <a:pt x="0" y="514"/>
                  </a:cubicBezTo>
                  <a:lnTo>
                    <a:pt x="0" y="1028"/>
                  </a:lnTo>
                  <a:cubicBezTo>
                    <a:pt x="0" y="1421"/>
                    <a:pt x="106" y="1800"/>
                    <a:pt x="317" y="2133"/>
                  </a:cubicBezTo>
                  <a:lnTo>
                    <a:pt x="1013" y="3252"/>
                  </a:lnTo>
                  <a:lnTo>
                    <a:pt x="1164" y="1633"/>
                  </a:lnTo>
                  <a:lnTo>
                    <a:pt x="1013" y="514"/>
                  </a:lnTo>
                  <a:cubicBezTo>
                    <a:pt x="1013" y="227"/>
                    <a:pt x="787" y="0"/>
                    <a:pt x="499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6702674" y="1608482"/>
              <a:ext cx="31980" cy="102462"/>
            </a:xfrm>
            <a:custGeom>
              <a:rect b="b" l="l" r="r" t="t"/>
              <a:pathLst>
                <a:path extrusionOk="0" h="3252" w="1015">
                  <a:moveTo>
                    <a:pt x="501" y="0"/>
                  </a:moveTo>
                  <a:cubicBezTo>
                    <a:pt x="228" y="0"/>
                    <a:pt x="1" y="227"/>
                    <a:pt x="1" y="514"/>
                  </a:cubicBezTo>
                  <a:lnTo>
                    <a:pt x="1" y="3252"/>
                  </a:lnTo>
                  <a:lnTo>
                    <a:pt x="697" y="2133"/>
                  </a:lnTo>
                  <a:cubicBezTo>
                    <a:pt x="894" y="1800"/>
                    <a:pt x="1015" y="1421"/>
                    <a:pt x="1015" y="1028"/>
                  </a:cubicBezTo>
                  <a:lnTo>
                    <a:pt x="1015" y="514"/>
                  </a:lnTo>
                  <a:cubicBezTo>
                    <a:pt x="1015" y="227"/>
                    <a:pt x="787" y="0"/>
                    <a:pt x="501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6392582" y="1608482"/>
              <a:ext cx="193456" cy="193425"/>
            </a:xfrm>
            <a:custGeom>
              <a:rect b="b" l="l" r="r" t="t"/>
              <a:pathLst>
                <a:path extrusionOk="0" h="6139" w="6140">
                  <a:moveTo>
                    <a:pt x="3069" y="0"/>
                  </a:moveTo>
                  <a:cubicBezTo>
                    <a:pt x="1375" y="0"/>
                    <a:pt x="0" y="1377"/>
                    <a:pt x="0" y="3070"/>
                  </a:cubicBezTo>
                  <a:cubicBezTo>
                    <a:pt x="0" y="4764"/>
                    <a:pt x="1375" y="6139"/>
                    <a:pt x="3069" y="6139"/>
                  </a:cubicBezTo>
                  <a:cubicBezTo>
                    <a:pt x="4762" y="6139"/>
                    <a:pt x="6139" y="4764"/>
                    <a:pt x="6139" y="3070"/>
                  </a:cubicBezTo>
                  <a:cubicBezTo>
                    <a:pt x="6139" y="1377"/>
                    <a:pt x="4762" y="0"/>
                    <a:pt x="3069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6463536" y="1608482"/>
              <a:ext cx="122501" cy="193425"/>
            </a:xfrm>
            <a:custGeom>
              <a:rect b="b" l="l" r="r" t="t"/>
              <a:pathLst>
                <a:path extrusionOk="0" h="6139" w="3888">
                  <a:moveTo>
                    <a:pt x="817" y="0"/>
                  </a:moveTo>
                  <a:cubicBezTo>
                    <a:pt x="530" y="0"/>
                    <a:pt x="258" y="30"/>
                    <a:pt x="0" y="106"/>
                  </a:cubicBezTo>
                  <a:cubicBezTo>
                    <a:pt x="1301" y="469"/>
                    <a:pt x="2254" y="1649"/>
                    <a:pt x="2254" y="3070"/>
                  </a:cubicBezTo>
                  <a:cubicBezTo>
                    <a:pt x="2254" y="4476"/>
                    <a:pt x="1301" y="5671"/>
                    <a:pt x="0" y="6018"/>
                  </a:cubicBezTo>
                  <a:cubicBezTo>
                    <a:pt x="258" y="6094"/>
                    <a:pt x="530" y="6139"/>
                    <a:pt x="817" y="6139"/>
                  </a:cubicBezTo>
                  <a:cubicBezTo>
                    <a:pt x="2510" y="6139"/>
                    <a:pt x="3887" y="4764"/>
                    <a:pt x="3887" y="3070"/>
                  </a:cubicBezTo>
                  <a:cubicBezTo>
                    <a:pt x="3887" y="1377"/>
                    <a:pt x="2510" y="0"/>
                    <a:pt x="817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6443056" y="1669132"/>
              <a:ext cx="97232" cy="66103"/>
            </a:xfrm>
            <a:custGeom>
              <a:rect b="b" l="l" r="r" t="t"/>
              <a:pathLst>
                <a:path extrusionOk="0" h="2098" w="3086">
                  <a:moveTo>
                    <a:pt x="2850" y="1"/>
                  </a:moveTo>
                  <a:cubicBezTo>
                    <a:pt x="2801" y="1"/>
                    <a:pt x="2750" y="20"/>
                    <a:pt x="2707" y="56"/>
                  </a:cubicBezTo>
                  <a:cubicBezTo>
                    <a:pt x="2692" y="56"/>
                    <a:pt x="2692" y="56"/>
                    <a:pt x="2692" y="71"/>
                  </a:cubicBezTo>
                  <a:lnTo>
                    <a:pt x="1165" y="1599"/>
                  </a:lnTo>
                  <a:cubicBezTo>
                    <a:pt x="1119" y="1636"/>
                    <a:pt x="1063" y="1655"/>
                    <a:pt x="1006" y="1655"/>
                  </a:cubicBezTo>
                  <a:cubicBezTo>
                    <a:pt x="950" y="1655"/>
                    <a:pt x="893" y="1636"/>
                    <a:pt x="848" y="1599"/>
                  </a:cubicBezTo>
                  <a:lnTo>
                    <a:pt x="409" y="1145"/>
                  </a:lnTo>
                  <a:cubicBezTo>
                    <a:pt x="363" y="1100"/>
                    <a:pt x="307" y="1077"/>
                    <a:pt x="250" y="1077"/>
                  </a:cubicBezTo>
                  <a:cubicBezTo>
                    <a:pt x="193" y="1077"/>
                    <a:pt x="137" y="1100"/>
                    <a:pt x="92" y="1145"/>
                  </a:cubicBezTo>
                  <a:cubicBezTo>
                    <a:pt x="1" y="1236"/>
                    <a:pt x="1" y="1371"/>
                    <a:pt x="92" y="1462"/>
                  </a:cubicBezTo>
                  <a:lnTo>
                    <a:pt x="545" y="1901"/>
                  </a:lnTo>
                  <a:cubicBezTo>
                    <a:pt x="666" y="2037"/>
                    <a:pt x="832" y="2097"/>
                    <a:pt x="999" y="2097"/>
                  </a:cubicBezTo>
                  <a:cubicBezTo>
                    <a:pt x="1180" y="2097"/>
                    <a:pt x="1346" y="2037"/>
                    <a:pt x="1467" y="1901"/>
                  </a:cubicBezTo>
                  <a:lnTo>
                    <a:pt x="2844" y="540"/>
                  </a:lnTo>
                  <a:lnTo>
                    <a:pt x="2995" y="373"/>
                  </a:lnTo>
                  <a:cubicBezTo>
                    <a:pt x="3085" y="298"/>
                    <a:pt x="3085" y="147"/>
                    <a:pt x="2995" y="71"/>
                  </a:cubicBezTo>
                  <a:cubicBezTo>
                    <a:pt x="2955" y="24"/>
                    <a:pt x="2903" y="1"/>
                    <a:pt x="2850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6644102" y="1773294"/>
              <a:ext cx="30531" cy="13863"/>
            </a:xfrm>
            <a:custGeom>
              <a:rect b="b" l="l" r="r" t="t"/>
              <a:pathLst>
                <a:path extrusionOk="0" h="440" w="969">
                  <a:moveTo>
                    <a:pt x="1" y="1"/>
                  </a:moveTo>
                  <a:lnTo>
                    <a:pt x="1" y="440"/>
                  </a:lnTo>
                  <a:lnTo>
                    <a:pt x="741" y="440"/>
                  </a:lnTo>
                  <a:cubicBezTo>
                    <a:pt x="878" y="440"/>
                    <a:pt x="968" y="349"/>
                    <a:pt x="968" y="228"/>
                  </a:cubicBezTo>
                  <a:cubicBezTo>
                    <a:pt x="968" y="91"/>
                    <a:pt x="878" y="1"/>
                    <a:pt x="741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6644102" y="1809055"/>
              <a:ext cx="53846" cy="13832"/>
            </a:xfrm>
            <a:custGeom>
              <a:rect b="b" l="l" r="r" t="t"/>
              <a:pathLst>
                <a:path extrusionOk="0" h="439" w="1709">
                  <a:moveTo>
                    <a:pt x="1" y="0"/>
                  </a:moveTo>
                  <a:lnTo>
                    <a:pt x="1" y="438"/>
                  </a:lnTo>
                  <a:lnTo>
                    <a:pt x="1497" y="438"/>
                  </a:lnTo>
                  <a:cubicBezTo>
                    <a:pt x="1618" y="438"/>
                    <a:pt x="1709" y="348"/>
                    <a:pt x="1709" y="227"/>
                  </a:cubicBezTo>
                  <a:cubicBezTo>
                    <a:pt x="1709" y="91"/>
                    <a:pt x="1618" y="0"/>
                    <a:pt x="1497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6718427" y="1897652"/>
              <a:ext cx="12887" cy="14336"/>
            </a:xfrm>
            <a:custGeom>
              <a:rect b="b" l="l" r="r" t="t"/>
              <a:pathLst>
                <a:path extrusionOk="0" h="455" w="409">
                  <a:moveTo>
                    <a:pt x="227" y="1"/>
                  </a:moveTo>
                  <a:cubicBezTo>
                    <a:pt x="106" y="1"/>
                    <a:pt x="1" y="106"/>
                    <a:pt x="1" y="227"/>
                  </a:cubicBezTo>
                  <a:cubicBezTo>
                    <a:pt x="1" y="348"/>
                    <a:pt x="106" y="454"/>
                    <a:pt x="227" y="454"/>
                  </a:cubicBezTo>
                  <a:lnTo>
                    <a:pt x="242" y="454"/>
                  </a:lnTo>
                  <a:lnTo>
                    <a:pt x="408" y="227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8"/>
            <p:cNvSpPr/>
            <p:nvPr/>
          </p:nvSpPr>
          <p:spPr>
            <a:xfrm>
              <a:off x="6661715" y="1985304"/>
              <a:ext cx="31980" cy="13832"/>
            </a:xfrm>
            <a:custGeom>
              <a:rect b="b" l="l" r="r" t="t"/>
              <a:pathLst>
                <a:path extrusionOk="0" h="439" w="1015">
                  <a:moveTo>
                    <a:pt x="1" y="1"/>
                  </a:moveTo>
                  <a:cubicBezTo>
                    <a:pt x="31" y="152"/>
                    <a:pt x="77" y="303"/>
                    <a:pt x="137" y="439"/>
                  </a:cubicBezTo>
                  <a:lnTo>
                    <a:pt x="787" y="439"/>
                  </a:lnTo>
                  <a:cubicBezTo>
                    <a:pt x="908" y="439"/>
                    <a:pt x="1014" y="348"/>
                    <a:pt x="1014" y="227"/>
                  </a:cubicBezTo>
                  <a:cubicBezTo>
                    <a:pt x="1014" y="106"/>
                    <a:pt x="908" y="1"/>
                    <a:pt x="787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8"/>
            <p:cNvSpPr/>
            <p:nvPr/>
          </p:nvSpPr>
          <p:spPr>
            <a:xfrm>
              <a:off x="6726052" y="1897652"/>
              <a:ext cx="33366" cy="14336"/>
            </a:xfrm>
            <a:custGeom>
              <a:rect b="b" l="l" r="r" t="t"/>
              <a:pathLst>
                <a:path extrusionOk="0" h="455" w="1059">
                  <a:moveTo>
                    <a:pt x="45" y="1"/>
                  </a:moveTo>
                  <a:lnTo>
                    <a:pt x="0" y="454"/>
                  </a:lnTo>
                  <a:lnTo>
                    <a:pt x="1013" y="454"/>
                  </a:lnTo>
                  <a:cubicBezTo>
                    <a:pt x="1043" y="303"/>
                    <a:pt x="1043" y="152"/>
                    <a:pt x="1059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6" name="Google Shape;1026;p28"/>
          <p:cNvGrpSpPr/>
          <p:nvPr/>
        </p:nvGrpSpPr>
        <p:grpSpPr>
          <a:xfrm>
            <a:off x="4202323" y="1889881"/>
            <a:ext cx="460703" cy="429723"/>
            <a:chOff x="1598920" y="3667607"/>
            <a:chExt cx="460703" cy="429723"/>
          </a:xfrm>
        </p:grpSpPr>
        <p:sp>
          <p:nvSpPr>
            <p:cNvPr id="1027" name="Google Shape;1027;p28"/>
            <p:cNvSpPr/>
            <p:nvPr/>
          </p:nvSpPr>
          <p:spPr>
            <a:xfrm>
              <a:off x="1598920" y="4061569"/>
              <a:ext cx="460703" cy="35761"/>
            </a:xfrm>
            <a:custGeom>
              <a:rect b="b" l="l" r="r" t="t"/>
              <a:pathLst>
                <a:path extrusionOk="0" h="1135" w="14622">
                  <a:moveTo>
                    <a:pt x="303" y="0"/>
                  </a:moveTo>
                  <a:cubicBezTo>
                    <a:pt x="136" y="0"/>
                    <a:pt x="1" y="137"/>
                    <a:pt x="1" y="318"/>
                  </a:cubicBezTo>
                  <a:lnTo>
                    <a:pt x="1" y="832"/>
                  </a:lnTo>
                  <a:cubicBezTo>
                    <a:pt x="1" y="998"/>
                    <a:pt x="136" y="1135"/>
                    <a:pt x="303" y="1135"/>
                  </a:cubicBezTo>
                  <a:lnTo>
                    <a:pt x="14319" y="1135"/>
                  </a:lnTo>
                  <a:cubicBezTo>
                    <a:pt x="14486" y="1135"/>
                    <a:pt x="14622" y="998"/>
                    <a:pt x="14622" y="832"/>
                  </a:cubicBezTo>
                  <a:lnTo>
                    <a:pt x="14622" y="318"/>
                  </a:lnTo>
                  <a:cubicBezTo>
                    <a:pt x="14622" y="137"/>
                    <a:pt x="14486" y="0"/>
                    <a:pt x="14319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8"/>
            <p:cNvSpPr/>
            <p:nvPr/>
          </p:nvSpPr>
          <p:spPr>
            <a:xfrm>
              <a:off x="1845714" y="4061569"/>
              <a:ext cx="143422" cy="35761"/>
            </a:xfrm>
            <a:custGeom>
              <a:rect b="b" l="l" r="r" t="t"/>
              <a:pathLst>
                <a:path extrusionOk="0" h="1135" w="4552">
                  <a:moveTo>
                    <a:pt x="0" y="0"/>
                  </a:moveTo>
                  <a:cubicBezTo>
                    <a:pt x="31" y="424"/>
                    <a:pt x="166" y="802"/>
                    <a:pt x="378" y="1135"/>
                  </a:cubicBezTo>
                  <a:lnTo>
                    <a:pt x="4174" y="1135"/>
                  </a:lnTo>
                  <a:cubicBezTo>
                    <a:pt x="4385" y="802"/>
                    <a:pt x="4521" y="424"/>
                    <a:pt x="4551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8"/>
            <p:cNvSpPr/>
            <p:nvPr/>
          </p:nvSpPr>
          <p:spPr>
            <a:xfrm rot="10800000">
              <a:off x="1924261" y="3948723"/>
              <a:ext cx="72467" cy="138665"/>
            </a:xfrm>
            <a:custGeom>
              <a:rect b="b" l="l" r="r" t="t"/>
              <a:pathLst>
                <a:path extrusionOk="0" h="4401" w="2300">
                  <a:moveTo>
                    <a:pt x="1149" y="0"/>
                  </a:moveTo>
                  <a:cubicBezTo>
                    <a:pt x="1037" y="0"/>
                    <a:pt x="924" y="46"/>
                    <a:pt x="833" y="136"/>
                  </a:cubicBezTo>
                  <a:lnTo>
                    <a:pt x="182" y="787"/>
                  </a:lnTo>
                  <a:cubicBezTo>
                    <a:pt x="17" y="953"/>
                    <a:pt x="1" y="1225"/>
                    <a:pt x="152" y="1406"/>
                  </a:cubicBezTo>
                  <a:cubicBezTo>
                    <a:pt x="243" y="1497"/>
                    <a:pt x="364" y="1543"/>
                    <a:pt x="485" y="1543"/>
                  </a:cubicBezTo>
                  <a:cubicBezTo>
                    <a:pt x="606" y="1543"/>
                    <a:pt x="712" y="1648"/>
                    <a:pt x="712" y="1755"/>
                  </a:cubicBezTo>
                  <a:lnTo>
                    <a:pt x="712" y="3947"/>
                  </a:lnTo>
                  <a:cubicBezTo>
                    <a:pt x="712" y="4174"/>
                    <a:pt x="894" y="4386"/>
                    <a:pt x="1120" y="4400"/>
                  </a:cubicBezTo>
                  <a:cubicBezTo>
                    <a:pt x="1378" y="4400"/>
                    <a:pt x="1589" y="4204"/>
                    <a:pt x="1589" y="3947"/>
                  </a:cubicBezTo>
                  <a:lnTo>
                    <a:pt x="1589" y="1755"/>
                  </a:lnTo>
                  <a:cubicBezTo>
                    <a:pt x="1589" y="1634"/>
                    <a:pt x="1694" y="1543"/>
                    <a:pt x="1815" y="1543"/>
                  </a:cubicBezTo>
                  <a:cubicBezTo>
                    <a:pt x="1922" y="1543"/>
                    <a:pt x="2043" y="1513"/>
                    <a:pt x="2118" y="1422"/>
                  </a:cubicBezTo>
                  <a:cubicBezTo>
                    <a:pt x="2299" y="1241"/>
                    <a:pt x="2285" y="953"/>
                    <a:pt x="2118" y="787"/>
                  </a:cubicBezTo>
                  <a:lnTo>
                    <a:pt x="1453" y="136"/>
                  </a:lnTo>
                  <a:cubicBezTo>
                    <a:pt x="1370" y="46"/>
                    <a:pt x="1260" y="0"/>
                    <a:pt x="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8"/>
            <p:cNvSpPr/>
            <p:nvPr/>
          </p:nvSpPr>
          <p:spPr>
            <a:xfrm rot="10800000">
              <a:off x="1924261" y="3948723"/>
              <a:ext cx="49089" cy="138665"/>
            </a:xfrm>
            <a:custGeom>
              <a:rect b="b" l="l" r="r" t="t"/>
              <a:pathLst>
                <a:path extrusionOk="0" h="4401" w="1558">
                  <a:moveTo>
                    <a:pt x="407" y="0"/>
                  </a:moveTo>
                  <a:cubicBezTo>
                    <a:pt x="295" y="0"/>
                    <a:pt x="182" y="46"/>
                    <a:pt x="91" y="136"/>
                  </a:cubicBezTo>
                  <a:lnTo>
                    <a:pt x="0" y="227"/>
                  </a:lnTo>
                  <a:cubicBezTo>
                    <a:pt x="28" y="221"/>
                    <a:pt x="56" y="218"/>
                    <a:pt x="84" y="218"/>
                  </a:cubicBezTo>
                  <a:cubicBezTo>
                    <a:pt x="196" y="218"/>
                    <a:pt x="309" y="264"/>
                    <a:pt x="394" y="348"/>
                  </a:cubicBezTo>
                  <a:lnTo>
                    <a:pt x="847" y="802"/>
                  </a:lnTo>
                  <a:cubicBezTo>
                    <a:pt x="1013" y="968"/>
                    <a:pt x="1013" y="1241"/>
                    <a:pt x="847" y="1422"/>
                  </a:cubicBezTo>
                  <a:cubicBezTo>
                    <a:pt x="801" y="1467"/>
                    <a:pt x="680" y="1483"/>
                    <a:pt x="575" y="1497"/>
                  </a:cubicBezTo>
                  <a:cubicBezTo>
                    <a:pt x="424" y="1513"/>
                    <a:pt x="303" y="1648"/>
                    <a:pt x="303" y="1800"/>
                  </a:cubicBezTo>
                  <a:lnTo>
                    <a:pt x="303" y="3947"/>
                  </a:lnTo>
                  <a:cubicBezTo>
                    <a:pt x="303" y="4098"/>
                    <a:pt x="242" y="4219"/>
                    <a:pt x="136" y="4310"/>
                  </a:cubicBezTo>
                  <a:cubicBezTo>
                    <a:pt x="212" y="4370"/>
                    <a:pt x="317" y="4400"/>
                    <a:pt x="438" y="4400"/>
                  </a:cubicBezTo>
                  <a:cubicBezTo>
                    <a:pt x="666" y="4370"/>
                    <a:pt x="847" y="4174"/>
                    <a:pt x="847" y="3947"/>
                  </a:cubicBezTo>
                  <a:lnTo>
                    <a:pt x="847" y="1755"/>
                  </a:lnTo>
                  <a:cubicBezTo>
                    <a:pt x="847" y="1634"/>
                    <a:pt x="952" y="1543"/>
                    <a:pt x="1073" y="1543"/>
                  </a:cubicBezTo>
                  <a:cubicBezTo>
                    <a:pt x="1180" y="1543"/>
                    <a:pt x="1301" y="1513"/>
                    <a:pt x="1376" y="1422"/>
                  </a:cubicBezTo>
                  <a:cubicBezTo>
                    <a:pt x="1557" y="1241"/>
                    <a:pt x="1543" y="953"/>
                    <a:pt x="1376" y="787"/>
                  </a:cubicBezTo>
                  <a:lnTo>
                    <a:pt x="711" y="136"/>
                  </a:lnTo>
                  <a:cubicBezTo>
                    <a:pt x="628" y="46"/>
                    <a:pt x="518" y="0"/>
                    <a:pt x="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8"/>
            <p:cNvSpPr/>
            <p:nvPr/>
          </p:nvSpPr>
          <p:spPr>
            <a:xfrm rot="10800000">
              <a:off x="1784653" y="3882847"/>
              <a:ext cx="72467" cy="204547"/>
            </a:xfrm>
            <a:custGeom>
              <a:rect b="b" l="l" r="r" t="t"/>
              <a:pathLst>
                <a:path extrusionOk="0" h="6492" w="2300">
                  <a:moveTo>
                    <a:pt x="1149" y="1"/>
                  </a:moveTo>
                  <a:cubicBezTo>
                    <a:pt x="1036" y="1"/>
                    <a:pt x="923" y="43"/>
                    <a:pt x="832" y="126"/>
                  </a:cubicBezTo>
                  <a:lnTo>
                    <a:pt x="182" y="791"/>
                  </a:lnTo>
                  <a:cubicBezTo>
                    <a:pt x="15" y="957"/>
                    <a:pt x="1" y="1229"/>
                    <a:pt x="152" y="1396"/>
                  </a:cubicBezTo>
                  <a:cubicBezTo>
                    <a:pt x="243" y="1501"/>
                    <a:pt x="364" y="1547"/>
                    <a:pt x="499" y="1547"/>
                  </a:cubicBezTo>
                  <a:cubicBezTo>
                    <a:pt x="606" y="1547"/>
                    <a:pt x="711" y="1638"/>
                    <a:pt x="711" y="1759"/>
                  </a:cubicBezTo>
                  <a:lnTo>
                    <a:pt x="711" y="6038"/>
                  </a:lnTo>
                  <a:cubicBezTo>
                    <a:pt x="711" y="6265"/>
                    <a:pt x="892" y="6477"/>
                    <a:pt x="1134" y="6491"/>
                  </a:cubicBezTo>
                  <a:cubicBezTo>
                    <a:pt x="1376" y="6491"/>
                    <a:pt x="1588" y="6295"/>
                    <a:pt x="1588" y="6038"/>
                  </a:cubicBezTo>
                  <a:lnTo>
                    <a:pt x="1588" y="1759"/>
                  </a:lnTo>
                  <a:cubicBezTo>
                    <a:pt x="1588" y="1638"/>
                    <a:pt x="1694" y="1547"/>
                    <a:pt x="1815" y="1547"/>
                  </a:cubicBezTo>
                  <a:cubicBezTo>
                    <a:pt x="1921" y="1547"/>
                    <a:pt x="2042" y="1501"/>
                    <a:pt x="2132" y="1411"/>
                  </a:cubicBezTo>
                  <a:cubicBezTo>
                    <a:pt x="2299" y="1245"/>
                    <a:pt x="2284" y="957"/>
                    <a:pt x="2118" y="791"/>
                  </a:cubicBezTo>
                  <a:lnTo>
                    <a:pt x="1467" y="126"/>
                  </a:lnTo>
                  <a:cubicBezTo>
                    <a:pt x="1376" y="43"/>
                    <a:pt x="1263" y="1"/>
                    <a:pt x="11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8"/>
            <p:cNvSpPr/>
            <p:nvPr/>
          </p:nvSpPr>
          <p:spPr>
            <a:xfrm rot="10800000">
              <a:off x="1784654" y="3882847"/>
              <a:ext cx="49120" cy="204547"/>
            </a:xfrm>
            <a:custGeom>
              <a:rect b="b" l="l" r="r" t="t"/>
              <a:pathLst>
                <a:path extrusionOk="0" h="6492" w="1559">
                  <a:moveTo>
                    <a:pt x="408" y="1"/>
                  </a:moveTo>
                  <a:cubicBezTo>
                    <a:pt x="295" y="1"/>
                    <a:pt x="182" y="43"/>
                    <a:pt x="91" y="126"/>
                  </a:cubicBezTo>
                  <a:lnTo>
                    <a:pt x="0" y="217"/>
                  </a:lnTo>
                  <a:cubicBezTo>
                    <a:pt x="22" y="214"/>
                    <a:pt x="45" y="213"/>
                    <a:pt x="68" y="213"/>
                  </a:cubicBezTo>
                  <a:cubicBezTo>
                    <a:pt x="185" y="213"/>
                    <a:pt x="305" y="249"/>
                    <a:pt x="393" y="338"/>
                  </a:cubicBezTo>
                  <a:lnTo>
                    <a:pt x="847" y="791"/>
                  </a:lnTo>
                  <a:cubicBezTo>
                    <a:pt x="1014" y="973"/>
                    <a:pt x="1014" y="1245"/>
                    <a:pt x="847" y="1426"/>
                  </a:cubicBezTo>
                  <a:cubicBezTo>
                    <a:pt x="802" y="1457"/>
                    <a:pt x="696" y="1487"/>
                    <a:pt x="591" y="1501"/>
                  </a:cubicBezTo>
                  <a:cubicBezTo>
                    <a:pt x="439" y="1517"/>
                    <a:pt x="303" y="1653"/>
                    <a:pt x="303" y="1820"/>
                  </a:cubicBezTo>
                  <a:lnTo>
                    <a:pt x="303" y="6038"/>
                  </a:lnTo>
                  <a:cubicBezTo>
                    <a:pt x="303" y="6189"/>
                    <a:pt x="242" y="6310"/>
                    <a:pt x="137" y="6401"/>
                  </a:cubicBezTo>
                  <a:cubicBezTo>
                    <a:pt x="228" y="6461"/>
                    <a:pt x="318" y="6491"/>
                    <a:pt x="439" y="6491"/>
                  </a:cubicBezTo>
                  <a:cubicBezTo>
                    <a:pt x="666" y="6461"/>
                    <a:pt x="847" y="6265"/>
                    <a:pt x="847" y="6038"/>
                  </a:cubicBezTo>
                  <a:lnTo>
                    <a:pt x="847" y="1759"/>
                  </a:lnTo>
                  <a:cubicBezTo>
                    <a:pt x="847" y="1638"/>
                    <a:pt x="953" y="1547"/>
                    <a:pt x="1074" y="1547"/>
                  </a:cubicBezTo>
                  <a:cubicBezTo>
                    <a:pt x="1180" y="1547"/>
                    <a:pt x="1301" y="1501"/>
                    <a:pt x="1391" y="1411"/>
                  </a:cubicBezTo>
                  <a:cubicBezTo>
                    <a:pt x="1558" y="1245"/>
                    <a:pt x="1543" y="957"/>
                    <a:pt x="1377" y="791"/>
                  </a:cubicBezTo>
                  <a:lnTo>
                    <a:pt x="726" y="126"/>
                  </a:lnTo>
                  <a:cubicBezTo>
                    <a:pt x="635" y="43"/>
                    <a:pt x="522" y="1"/>
                    <a:pt x="4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8"/>
            <p:cNvSpPr/>
            <p:nvPr/>
          </p:nvSpPr>
          <p:spPr>
            <a:xfrm rot="10800000">
              <a:off x="1645109" y="3713859"/>
              <a:ext cx="72436" cy="373553"/>
            </a:xfrm>
            <a:custGeom>
              <a:rect b="b" l="l" r="r" t="t"/>
              <a:pathLst>
                <a:path extrusionOk="0" h="11856" w="2299">
                  <a:moveTo>
                    <a:pt x="1150" y="1"/>
                  </a:moveTo>
                  <a:cubicBezTo>
                    <a:pt x="1037" y="1"/>
                    <a:pt x="924" y="46"/>
                    <a:pt x="833" y="137"/>
                  </a:cubicBezTo>
                  <a:lnTo>
                    <a:pt x="182" y="786"/>
                  </a:lnTo>
                  <a:cubicBezTo>
                    <a:pt x="16" y="953"/>
                    <a:pt x="1" y="1226"/>
                    <a:pt x="168" y="1407"/>
                  </a:cubicBezTo>
                  <a:cubicBezTo>
                    <a:pt x="243" y="1498"/>
                    <a:pt x="379" y="1558"/>
                    <a:pt x="500" y="1558"/>
                  </a:cubicBezTo>
                  <a:cubicBezTo>
                    <a:pt x="507" y="1557"/>
                    <a:pt x="514" y="1557"/>
                    <a:pt x="521" y="1557"/>
                  </a:cubicBezTo>
                  <a:cubicBezTo>
                    <a:pt x="619" y="1557"/>
                    <a:pt x="712" y="1657"/>
                    <a:pt x="712" y="1770"/>
                  </a:cubicBezTo>
                  <a:lnTo>
                    <a:pt x="712" y="11401"/>
                  </a:lnTo>
                  <a:cubicBezTo>
                    <a:pt x="712" y="11643"/>
                    <a:pt x="893" y="11840"/>
                    <a:pt x="1135" y="11855"/>
                  </a:cubicBezTo>
                  <a:cubicBezTo>
                    <a:pt x="1144" y="11855"/>
                    <a:pt x="1152" y="11856"/>
                    <a:pt x="1161" y="11856"/>
                  </a:cubicBezTo>
                  <a:cubicBezTo>
                    <a:pt x="1392" y="11856"/>
                    <a:pt x="1589" y="11650"/>
                    <a:pt x="1589" y="11417"/>
                  </a:cubicBezTo>
                  <a:lnTo>
                    <a:pt x="1589" y="1770"/>
                  </a:lnTo>
                  <a:cubicBezTo>
                    <a:pt x="1589" y="1657"/>
                    <a:pt x="1681" y="1557"/>
                    <a:pt x="1791" y="1557"/>
                  </a:cubicBezTo>
                  <a:cubicBezTo>
                    <a:pt x="1799" y="1557"/>
                    <a:pt x="1807" y="1557"/>
                    <a:pt x="1815" y="1558"/>
                  </a:cubicBezTo>
                  <a:cubicBezTo>
                    <a:pt x="1922" y="1558"/>
                    <a:pt x="2043" y="1512"/>
                    <a:pt x="2133" y="1422"/>
                  </a:cubicBezTo>
                  <a:cubicBezTo>
                    <a:pt x="2299" y="1240"/>
                    <a:pt x="2284" y="968"/>
                    <a:pt x="2118" y="786"/>
                  </a:cubicBezTo>
                  <a:lnTo>
                    <a:pt x="1468" y="137"/>
                  </a:lnTo>
                  <a:cubicBezTo>
                    <a:pt x="1377" y="46"/>
                    <a:pt x="1264" y="1"/>
                    <a:pt x="1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 rot="10800000">
              <a:off x="1645109" y="3713796"/>
              <a:ext cx="49057" cy="373616"/>
            </a:xfrm>
            <a:custGeom>
              <a:rect b="b" l="l" r="r" t="t"/>
              <a:pathLst>
                <a:path extrusionOk="0" h="11858" w="1557">
                  <a:moveTo>
                    <a:pt x="408" y="1"/>
                  </a:moveTo>
                  <a:cubicBezTo>
                    <a:pt x="295" y="1"/>
                    <a:pt x="182" y="46"/>
                    <a:pt x="91" y="137"/>
                  </a:cubicBezTo>
                  <a:lnTo>
                    <a:pt x="0" y="228"/>
                  </a:lnTo>
                  <a:cubicBezTo>
                    <a:pt x="28" y="221"/>
                    <a:pt x="56" y="218"/>
                    <a:pt x="85" y="218"/>
                  </a:cubicBezTo>
                  <a:cubicBezTo>
                    <a:pt x="196" y="218"/>
                    <a:pt x="309" y="264"/>
                    <a:pt x="393" y="349"/>
                  </a:cubicBezTo>
                  <a:lnTo>
                    <a:pt x="847" y="802"/>
                  </a:lnTo>
                  <a:cubicBezTo>
                    <a:pt x="1013" y="968"/>
                    <a:pt x="1013" y="1256"/>
                    <a:pt x="847" y="1422"/>
                  </a:cubicBezTo>
                  <a:cubicBezTo>
                    <a:pt x="801" y="1468"/>
                    <a:pt x="665" y="1498"/>
                    <a:pt x="544" y="1512"/>
                  </a:cubicBezTo>
                  <a:cubicBezTo>
                    <a:pt x="408" y="1512"/>
                    <a:pt x="317" y="1619"/>
                    <a:pt x="317" y="1754"/>
                  </a:cubicBezTo>
                  <a:lnTo>
                    <a:pt x="317" y="11417"/>
                  </a:lnTo>
                  <a:cubicBezTo>
                    <a:pt x="317" y="11552"/>
                    <a:pt x="242" y="11689"/>
                    <a:pt x="136" y="11764"/>
                  </a:cubicBezTo>
                  <a:cubicBezTo>
                    <a:pt x="214" y="11816"/>
                    <a:pt x="304" y="11858"/>
                    <a:pt x="396" y="11858"/>
                  </a:cubicBezTo>
                  <a:cubicBezTo>
                    <a:pt x="410" y="11858"/>
                    <a:pt x="424" y="11857"/>
                    <a:pt x="438" y="11855"/>
                  </a:cubicBezTo>
                  <a:cubicBezTo>
                    <a:pt x="680" y="11840"/>
                    <a:pt x="847" y="11643"/>
                    <a:pt x="847" y="11401"/>
                  </a:cubicBezTo>
                  <a:lnTo>
                    <a:pt x="847" y="1770"/>
                  </a:lnTo>
                  <a:cubicBezTo>
                    <a:pt x="847" y="1657"/>
                    <a:pt x="939" y="1557"/>
                    <a:pt x="1049" y="1557"/>
                  </a:cubicBezTo>
                  <a:cubicBezTo>
                    <a:pt x="1057" y="1557"/>
                    <a:pt x="1065" y="1557"/>
                    <a:pt x="1073" y="1558"/>
                  </a:cubicBezTo>
                  <a:cubicBezTo>
                    <a:pt x="1180" y="1558"/>
                    <a:pt x="1301" y="1512"/>
                    <a:pt x="1391" y="1422"/>
                  </a:cubicBezTo>
                  <a:cubicBezTo>
                    <a:pt x="1557" y="1240"/>
                    <a:pt x="1542" y="968"/>
                    <a:pt x="1376" y="786"/>
                  </a:cubicBezTo>
                  <a:lnTo>
                    <a:pt x="726" y="137"/>
                  </a:lnTo>
                  <a:cubicBezTo>
                    <a:pt x="635" y="46"/>
                    <a:pt x="522" y="1"/>
                    <a:pt x="4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>
              <a:off x="1598920" y="3667607"/>
              <a:ext cx="192007" cy="192007"/>
            </a:xfrm>
            <a:custGeom>
              <a:rect b="b" l="l" r="r" t="t"/>
              <a:pathLst>
                <a:path extrusionOk="0" h="6094" w="6094">
                  <a:moveTo>
                    <a:pt x="3040" y="0"/>
                  </a:moveTo>
                  <a:cubicBezTo>
                    <a:pt x="1362" y="0"/>
                    <a:pt x="1" y="1361"/>
                    <a:pt x="1" y="3054"/>
                  </a:cubicBezTo>
                  <a:cubicBezTo>
                    <a:pt x="1" y="4732"/>
                    <a:pt x="1362" y="6093"/>
                    <a:pt x="3040" y="6093"/>
                  </a:cubicBezTo>
                  <a:cubicBezTo>
                    <a:pt x="4733" y="6093"/>
                    <a:pt x="6094" y="4732"/>
                    <a:pt x="6094" y="3054"/>
                  </a:cubicBezTo>
                  <a:cubicBezTo>
                    <a:pt x="6094" y="1361"/>
                    <a:pt x="4733" y="0"/>
                    <a:pt x="3040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8"/>
            <p:cNvSpPr/>
            <p:nvPr/>
          </p:nvSpPr>
          <p:spPr>
            <a:xfrm>
              <a:off x="1670850" y="3667607"/>
              <a:ext cx="120075" cy="192007"/>
            </a:xfrm>
            <a:custGeom>
              <a:rect b="b" l="l" r="r" t="t"/>
              <a:pathLst>
                <a:path extrusionOk="0" h="6094" w="3811">
                  <a:moveTo>
                    <a:pt x="757" y="0"/>
                  </a:moveTo>
                  <a:cubicBezTo>
                    <a:pt x="500" y="0"/>
                    <a:pt x="242" y="30"/>
                    <a:pt x="0" y="105"/>
                  </a:cubicBezTo>
                  <a:cubicBezTo>
                    <a:pt x="1301" y="438"/>
                    <a:pt x="2269" y="1633"/>
                    <a:pt x="2269" y="3054"/>
                  </a:cubicBezTo>
                  <a:cubicBezTo>
                    <a:pt x="2269" y="4476"/>
                    <a:pt x="1301" y="5670"/>
                    <a:pt x="0" y="6002"/>
                  </a:cubicBezTo>
                  <a:cubicBezTo>
                    <a:pt x="242" y="6063"/>
                    <a:pt x="500" y="6093"/>
                    <a:pt x="757" y="6093"/>
                  </a:cubicBezTo>
                  <a:cubicBezTo>
                    <a:pt x="2450" y="6093"/>
                    <a:pt x="3811" y="4732"/>
                    <a:pt x="3811" y="3054"/>
                  </a:cubicBezTo>
                  <a:cubicBezTo>
                    <a:pt x="3811" y="1361"/>
                    <a:pt x="2450" y="0"/>
                    <a:pt x="757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8"/>
            <p:cNvSpPr/>
            <p:nvPr/>
          </p:nvSpPr>
          <p:spPr>
            <a:xfrm>
              <a:off x="1648921" y="3727911"/>
              <a:ext cx="96791" cy="65945"/>
            </a:xfrm>
            <a:custGeom>
              <a:rect b="b" l="l" r="r" t="t"/>
              <a:pathLst>
                <a:path extrusionOk="0" h="2093" w="3072">
                  <a:moveTo>
                    <a:pt x="2808" y="1"/>
                  </a:moveTo>
                  <a:cubicBezTo>
                    <a:pt x="2789" y="1"/>
                    <a:pt x="2771" y="2"/>
                    <a:pt x="2753" y="6"/>
                  </a:cubicBezTo>
                  <a:cubicBezTo>
                    <a:pt x="2723" y="22"/>
                    <a:pt x="2692" y="36"/>
                    <a:pt x="2662" y="66"/>
                  </a:cubicBezTo>
                  <a:lnTo>
                    <a:pt x="1150" y="1578"/>
                  </a:lnTo>
                  <a:cubicBezTo>
                    <a:pt x="1105" y="1624"/>
                    <a:pt x="1059" y="1655"/>
                    <a:pt x="999" y="1655"/>
                  </a:cubicBezTo>
                  <a:cubicBezTo>
                    <a:pt x="938" y="1655"/>
                    <a:pt x="894" y="1624"/>
                    <a:pt x="848" y="1578"/>
                  </a:cubicBezTo>
                  <a:lnTo>
                    <a:pt x="394" y="1140"/>
                  </a:lnTo>
                  <a:cubicBezTo>
                    <a:pt x="357" y="1095"/>
                    <a:pt x="300" y="1072"/>
                    <a:pt x="243" y="1072"/>
                  </a:cubicBezTo>
                  <a:cubicBezTo>
                    <a:pt x="187" y="1072"/>
                    <a:pt x="130" y="1095"/>
                    <a:pt x="92" y="1140"/>
                  </a:cubicBezTo>
                  <a:cubicBezTo>
                    <a:pt x="1" y="1231"/>
                    <a:pt x="1" y="1367"/>
                    <a:pt x="92" y="1457"/>
                  </a:cubicBezTo>
                  <a:lnTo>
                    <a:pt x="531" y="1897"/>
                  </a:lnTo>
                  <a:cubicBezTo>
                    <a:pt x="652" y="2017"/>
                    <a:pt x="817" y="2092"/>
                    <a:pt x="999" y="2092"/>
                  </a:cubicBezTo>
                  <a:cubicBezTo>
                    <a:pt x="1180" y="2092"/>
                    <a:pt x="1347" y="2017"/>
                    <a:pt x="1468" y="1897"/>
                  </a:cubicBezTo>
                  <a:lnTo>
                    <a:pt x="2904" y="459"/>
                  </a:lnTo>
                  <a:lnTo>
                    <a:pt x="2980" y="384"/>
                  </a:lnTo>
                  <a:cubicBezTo>
                    <a:pt x="3071" y="294"/>
                    <a:pt x="3071" y="157"/>
                    <a:pt x="2980" y="66"/>
                  </a:cubicBezTo>
                  <a:cubicBezTo>
                    <a:pt x="2934" y="20"/>
                    <a:pt x="2870" y="1"/>
                    <a:pt x="2808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28"/>
          <p:cNvGrpSpPr/>
          <p:nvPr/>
        </p:nvGrpSpPr>
        <p:grpSpPr>
          <a:xfrm>
            <a:off x="7235347" y="1868869"/>
            <a:ext cx="437856" cy="462115"/>
            <a:chOff x="5557426" y="1608482"/>
            <a:chExt cx="437856" cy="462115"/>
          </a:xfrm>
        </p:grpSpPr>
        <p:sp>
          <p:nvSpPr>
            <p:cNvPr id="1039" name="Google Shape;1039;p28"/>
            <p:cNvSpPr/>
            <p:nvPr/>
          </p:nvSpPr>
          <p:spPr>
            <a:xfrm>
              <a:off x="5877096" y="1899070"/>
              <a:ext cx="81037" cy="171527"/>
            </a:xfrm>
            <a:custGeom>
              <a:rect b="b" l="l" r="r" t="t"/>
              <a:pathLst>
                <a:path extrusionOk="0" h="5444" w="2572">
                  <a:moveTo>
                    <a:pt x="2223" y="1"/>
                  </a:moveTo>
                  <a:lnTo>
                    <a:pt x="76" y="1679"/>
                  </a:lnTo>
                  <a:cubicBezTo>
                    <a:pt x="31" y="1710"/>
                    <a:pt x="1" y="1785"/>
                    <a:pt x="1" y="1845"/>
                  </a:cubicBezTo>
                  <a:lnTo>
                    <a:pt x="1" y="2299"/>
                  </a:lnTo>
                  <a:lnTo>
                    <a:pt x="2571" y="288"/>
                  </a:lnTo>
                  <a:lnTo>
                    <a:pt x="2223" y="1"/>
                  </a:lnTo>
                  <a:close/>
                  <a:moveTo>
                    <a:pt x="1" y="3040"/>
                  </a:moveTo>
                  <a:lnTo>
                    <a:pt x="1" y="3599"/>
                  </a:lnTo>
                  <a:cubicBezTo>
                    <a:pt x="1" y="3675"/>
                    <a:pt x="31" y="3736"/>
                    <a:pt x="76" y="3781"/>
                  </a:cubicBezTo>
                  <a:lnTo>
                    <a:pt x="2223" y="5444"/>
                  </a:lnTo>
                  <a:lnTo>
                    <a:pt x="2571" y="5187"/>
                  </a:lnTo>
                  <a:lnTo>
                    <a:pt x="1" y="3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8"/>
            <p:cNvSpPr/>
            <p:nvPr/>
          </p:nvSpPr>
          <p:spPr>
            <a:xfrm>
              <a:off x="5594100" y="1899070"/>
              <a:ext cx="81478" cy="171527"/>
            </a:xfrm>
            <a:custGeom>
              <a:rect b="b" l="l" r="r" t="t"/>
              <a:pathLst>
                <a:path extrusionOk="0" h="5444" w="2586">
                  <a:moveTo>
                    <a:pt x="364" y="1"/>
                  </a:moveTo>
                  <a:lnTo>
                    <a:pt x="1" y="288"/>
                  </a:lnTo>
                  <a:lnTo>
                    <a:pt x="2586" y="2299"/>
                  </a:lnTo>
                  <a:lnTo>
                    <a:pt x="2586" y="1845"/>
                  </a:lnTo>
                  <a:cubicBezTo>
                    <a:pt x="2586" y="1785"/>
                    <a:pt x="2556" y="1710"/>
                    <a:pt x="2495" y="1679"/>
                  </a:cubicBezTo>
                  <a:lnTo>
                    <a:pt x="364" y="1"/>
                  </a:lnTo>
                  <a:close/>
                  <a:moveTo>
                    <a:pt x="2586" y="3040"/>
                  </a:moveTo>
                  <a:lnTo>
                    <a:pt x="1" y="5187"/>
                  </a:lnTo>
                  <a:lnTo>
                    <a:pt x="364" y="5444"/>
                  </a:lnTo>
                  <a:lnTo>
                    <a:pt x="2495" y="3781"/>
                  </a:lnTo>
                  <a:cubicBezTo>
                    <a:pt x="2556" y="3736"/>
                    <a:pt x="2586" y="3675"/>
                    <a:pt x="2586" y="3599"/>
                  </a:cubicBezTo>
                  <a:lnTo>
                    <a:pt x="2586" y="3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8"/>
            <p:cNvSpPr/>
            <p:nvPr/>
          </p:nvSpPr>
          <p:spPr>
            <a:xfrm>
              <a:off x="5869471" y="1682334"/>
              <a:ext cx="68151" cy="114372"/>
            </a:xfrm>
            <a:custGeom>
              <a:rect b="b" l="l" r="r" t="t"/>
              <a:pathLst>
                <a:path extrusionOk="0" h="3630" w="2163">
                  <a:moveTo>
                    <a:pt x="1089" y="0"/>
                  </a:moveTo>
                  <a:lnTo>
                    <a:pt x="212" y="166"/>
                  </a:lnTo>
                  <a:cubicBezTo>
                    <a:pt x="166" y="317"/>
                    <a:pt x="136" y="468"/>
                    <a:pt x="106" y="620"/>
                  </a:cubicBezTo>
                  <a:cubicBezTo>
                    <a:pt x="31" y="998"/>
                    <a:pt x="1" y="1376"/>
                    <a:pt x="1" y="1769"/>
                  </a:cubicBezTo>
                  <a:cubicBezTo>
                    <a:pt x="1" y="2299"/>
                    <a:pt x="76" y="2843"/>
                    <a:pt x="212" y="3357"/>
                  </a:cubicBezTo>
                  <a:lnTo>
                    <a:pt x="1089" y="3629"/>
                  </a:lnTo>
                  <a:lnTo>
                    <a:pt x="1392" y="3538"/>
                  </a:lnTo>
                  <a:lnTo>
                    <a:pt x="1951" y="3357"/>
                  </a:lnTo>
                  <a:cubicBezTo>
                    <a:pt x="2102" y="2843"/>
                    <a:pt x="2162" y="2299"/>
                    <a:pt x="2162" y="1769"/>
                  </a:cubicBezTo>
                  <a:cubicBezTo>
                    <a:pt x="2162" y="1224"/>
                    <a:pt x="2102" y="696"/>
                    <a:pt x="1951" y="166"/>
                  </a:cubicBezTo>
                  <a:lnTo>
                    <a:pt x="1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8"/>
            <p:cNvSpPr/>
            <p:nvPr/>
          </p:nvSpPr>
          <p:spPr>
            <a:xfrm>
              <a:off x="5872779" y="1682334"/>
              <a:ext cx="64842" cy="111505"/>
            </a:xfrm>
            <a:custGeom>
              <a:rect b="b" l="l" r="r" t="t"/>
              <a:pathLst>
                <a:path extrusionOk="0" h="3539" w="2058">
                  <a:moveTo>
                    <a:pt x="984" y="0"/>
                  </a:moveTo>
                  <a:lnTo>
                    <a:pt x="107" y="166"/>
                  </a:lnTo>
                  <a:cubicBezTo>
                    <a:pt x="61" y="317"/>
                    <a:pt x="31" y="468"/>
                    <a:pt x="1" y="620"/>
                  </a:cubicBezTo>
                  <a:lnTo>
                    <a:pt x="606" y="620"/>
                  </a:lnTo>
                  <a:cubicBezTo>
                    <a:pt x="757" y="620"/>
                    <a:pt x="894" y="726"/>
                    <a:pt x="908" y="877"/>
                  </a:cubicBezTo>
                  <a:cubicBezTo>
                    <a:pt x="1029" y="1708"/>
                    <a:pt x="984" y="2555"/>
                    <a:pt x="757" y="3357"/>
                  </a:cubicBezTo>
                  <a:lnTo>
                    <a:pt x="1287" y="3538"/>
                  </a:lnTo>
                  <a:lnTo>
                    <a:pt x="1846" y="3357"/>
                  </a:lnTo>
                  <a:cubicBezTo>
                    <a:pt x="1997" y="2843"/>
                    <a:pt x="2057" y="2299"/>
                    <a:pt x="2057" y="1769"/>
                  </a:cubicBezTo>
                  <a:cubicBezTo>
                    <a:pt x="2057" y="1224"/>
                    <a:pt x="1997" y="696"/>
                    <a:pt x="1846" y="166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8"/>
            <p:cNvSpPr/>
            <p:nvPr/>
          </p:nvSpPr>
          <p:spPr>
            <a:xfrm>
              <a:off x="5557426" y="1899070"/>
              <a:ext cx="48143" cy="171527"/>
            </a:xfrm>
            <a:custGeom>
              <a:rect b="b" l="l" r="r" t="t"/>
              <a:pathLst>
                <a:path extrusionOk="0" h="5444" w="1528">
                  <a:moveTo>
                    <a:pt x="514" y="1"/>
                  </a:moveTo>
                  <a:cubicBezTo>
                    <a:pt x="228" y="1"/>
                    <a:pt x="0" y="228"/>
                    <a:pt x="0" y="515"/>
                  </a:cubicBezTo>
                  <a:lnTo>
                    <a:pt x="0" y="4930"/>
                  </a:lnTo>
                  <a:cubicBezTo>
                    <a:pt x="0" y="5218"/>
                    <a:pt x="228" y="5444"/>
                    <a:pt x="514" y="5444"/>
                  </a:cubicBezTo>
                  <a:lnTo>
                    <a:pt x="1528" y="5444"/>
                  </a:lnTo>
                  <a:lnTo>
                    <a:pt x="1528" y="1"/>
                  </a:ln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8"/>
            <p:cNvSpPr/>
            <p:nvPr/>
          </p:nvSpPr>
          <p:spPr>
            <a:xfrm>
              <a:off x="5575511" y="1899070"/>
              <a:ext cx="30058" cy="171527"/>
            </a:xfrm>
            <a:custGeom>
              <a:rect b="b" l="l" r="r" t="t"/>
              <a:pathLst>
                <a:path extrusionOk="0" h="5444" w="954">
                  <a:moveTo>
                    <a:pt x="1" y="1"/>
                  </a:moveTo>
                  <a:lnTo>
                    <a:pt x="1" y="5444"/>
                  </a:lnTo>
                  <a:lnTo>
                    <a:pt x="954" y="5444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8"/>
            <p:cNvSpPr/>
            <p:nvPr/>
          </p:nvSpPr>
          <p:spPr>
            <a:xfrm>
              <a:off x="5947104" y="1899070"/>
              <a:ext cx="48175" cy="171527"/>
            </a:xfrm>
            <a:custGeom>
              <a:rect b="b" l="l" r="r" t="t"/>
              <a:pathLst>
                <a:path extrusionOk="0" h="5444" w="1529">
                  <a:moveTo>
                    <a:pt x="1" y="1"/>
                  </a:moveTo>
                  <a:lnTo>
                    <a:pt x="1" y="5444"/>
                  </a:lnTo>
                  <a:lnTo>
                    <a:pt x="999" y="5444"/>
                  </a:lnTo>
                  <a:cubicBezTo>
                    <a:pt x="1287" y="5444"/>
                    <a:pt x="1529" y="5218"/>
                    <a:pt x="1529" y="4930"/>
                  </a:cubicBezTo>
                  <a:lnTo>
                    <a:pt x="1529" y="515"/>
                  </a:lnTo>
                  <a:cubicBezTo>
                    <a:pt x="1529" y="228"/>
                    <a:pt x="1287" y="1"/>
                    <a:pt x="999" y="1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8"/>
            <p:cNvSpPr/>
            <p:nvPr/>
          </p:nvSpPr>
          <p:spPr>
            <a:xfrm>
              <a:off x="5949026" y="1899070"/>
              <a:ext cx="46253" cy="171527"/>
            </a:xfrm>
            <a:custGeom>
              <a:rect b="b" l="l" r="r" t="t"/>
              <a:pathLst>
                <a:path extrusionOk="0" h="5444" w="1468">
                  <a:moveTo>
                    <a:pt x="0" y="1"/>
                  </a:moveTo>
                  <a:cubicBezTo>
                    <a:pt x="288" y="1"/>
                    <a:pt x="514" y="228"/>
                    <a:pt x="514" y="515"/>
                  </a:cubicBezTo>
                  <a:lnTo>
                    <a:pt x="514" y="4930"/>
                  </a:lnTo>
                  <a:cubicBezTo>
                    <a:pt x="514" y="5218"/>
                    <a:pt x="288" y="5444"/>
                    <a:pt x="0" y="5444"/>
                  </a:cubicBezTo>
                  <a:lnTo>
                    <a:pt x="938" y="5444"/>
                  </a:lnTo>
                  <a:cubicBezTo>
                    <a:pt x="1226" y="5444"/>
                    <a:pt x="1468" y="5218"/>
                    <a:pt x="1468" y="4930"/>
                  </a:cubicBezTo>
                  <a:lnTo>
                    <a:pt x="1468" y="515"/>
                  </a:lnTo>
                  <a:cubicBezTo>
                    <a:pt x="1468" y="228"/>
                    <a:pt x="1226" y="1"/>
                    <a:pt x="938" y="1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8"/>
            <p:cNvSpPr/>
            <p:nvPr/>
          </p:nvSpPr>
          <p:spPr>
            <a:xfrm>
              <a:off x="5672710" y="1951970"/>
              <a:ext cx="206784" cy="66229"/>
            </a:xfrm>
            <a:custGeom>
              <a:rect b="b" l="l" r="r" t="t"/>
              <a:pathLst>
                <a:path extrusionOk="0" h="2102" w="6563">
                  <a:moveTo>
                    <a:pt x="0" y="0"/>
                  </a:moveTo>
                  <a:lnTo>
                    <a:pt x="0" y="2102"/>
                  </a:lnTo>
                  <a:lnTo>
                    <a:pt x="6563" y="2102"/>
                  </a:lnTo>
                  <a:lnTo>
                    <a:pt x="6563" y="0"/>
                  </a:ln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8"/>
            <p:cNvSpPr/>
            <p:nvPr/>
          </p:nvSpPr>
          <p:spPr>
            <a:xfrm>
              <a:off x="5822778" y="1951970"/>
              <a:ext cx="56714" cy="66229"/>
            </a:xfrm>
            <a:custGeom>
              <a:rect b="b" l="l" r="r" t="t"/>
              <a:pathLst>
                <a:path extrusionOk="0" h="2102" w="1800">
                  <a:moveTo>
                    <a:pt x="1" y="0"/>
                  </a:moveTo>
                  <a:lnTo>
                    <a:pt x="1" y="2102"/>
                  </a:lnTo>
                  <a:lnTo>
                    <a:pt x="1800" y="2102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8"/>
            <p:cNvSpPr/>
            <p:nvPr/>
          </p:nvSpPr>
          <p:spPr>
            <a:xfrm>
              <a:off x="5811813" y="1608482"/>
              <a:ext cx="183468" cy="79115"/>
            </a:xfrm>
            <a:custGeom>
              <a:rect b="b" l="l" r="r" t="t"/>
              <a:pathLst>
                <a:path extrusionOk="0" h="2511" w="5823">
                  <a:moveTo>
                    <a:pt x="636" y="0"/>
                  </a:moveTo>
                  <a:cubicBezTo>
                    <a:pt x="288" y="0"/>
                    <a:pt x="0" y="288"/>
                    <a:pt x="0" y="635"/>
                  </a:cubicBezTo>
                  <a:lnTo>
                    <a:pt x="0" y="1875"/>
                  </a:lnTo>
                  <a:cubicBezTo>
                    <a:pt x="0" y="2238"/>
                    <a:pt x="288" y="2510"/>
                    <a:pt x="636" y="2510"/>
                  </a:cubicBezTo>
                  <a:lnTo>
                    <a:pt x="5187" y="2510"/>
                  </a:lnTo>
                  <a:cubicBezTo>
                    <a:pt x="5535" y="2510"/>
                    <a:pt x="5823" y="2238"/>
                    <a:pt x="5823" y="1875"/>
                  </a:cubicBezTo>
                  <a:lnTo>
                    <a:pt x="5823" y="635"/>
                  </a:lnTo>
                  <a:cubicBezTo>
                    <a:pt x="5823" y="288"/>
                    <a:pt x="5535" y="0"/>
                    <a:pt x="5187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8"/>
            <p:cNvSpPr/>
            <p:nvPr/>
          </p:nvSpPr>
          <p:spPr>
            <a:xfrm>
              <a:off x="5940929" y="1608482"/>
              <a:ext cx="54350" cy="79115"/>
            </a:xfrm>
            <a:custGeom>
              <a:rect b="b" l="l" r="r" t="t"/>
              <a:pathLst>
                <a:path extrusionOk="0" h="2511" w="1725">
                  <a:moveTo>
                    <a:pt x="1" y="0"/>
                  </a:moveTo>
                  <a:cubicBezTo>
                    <a:pt x="348" y="0"/>
                    <a:pt x="636" y="288"/>
                    <a:pt x="636" y="635"/>
                  </a:cubicBezTo>
                  <a:lnTo>
                    <a:pt x="636" y="1875"/>
                  </a:lnTo>
                  <a:cubicBezTo>
                    <a:pt x="636" y="2238"/>
                    <a:pt x="348" y="2510"/>
                    <a:pt x="1" y="2510"/>
                  </a:cubicBezTo>
                  <a:lnTo>
                    <a:pt x="1089" y="2510"/>
                  </a:lnTo>
                  <a:cubicBezTo>
                    <a:pt x="1437" y="2510"/>
                    <a:pt x="1725" y="2238"/>
                    <a:pt x="1725" y="1875"/>
                  </a:cubicBezTo>
                  <a:lnTo>
                    <a:pt x="1725" y="635"/>
                  </a:lnTo>
                  <a:cubicBezTo>
                    <a:pt x="1725" y="288"/>
                    <a:pt x="1437" y="0"/>
                    <a:pt x="1089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8"/>
            <p:cNvSpPr/>
            <p:nvPr/>
          </p:nvSpPr>
          <p:spPr>
            <a:xfrm>
              <a:off x="5811813" y="1788103"/>
              <a:ext cx="183468" cy="79556"/>
            </a:xfrm>
            <a:custGeom>
              <a:rect b="b" l="l" r="r" t="t"/>
              <a:pathLst>
                <a:path extrusionOk="0" h="2525" w="5823">
                  <a:moveTo>
                    <a:pt x="636" y="0"/>
                  </a:moveTo>
                  <a:cubicBezTo>
                    <a:pt x="288" y="0"/>
                    <a:pt x="0" y="287"/>
                    <a:pt x="0" y="635"/>
                  </a:cubicBezTo>
                  <a:lnTo>
                    <a:pt x="0" y="1890"/>
                  </a:lnTo>
                  <a:cubicBezTo>
                    <a:pt x="0" y="2238"/>
                    <a:pt x="288" y="2525"/>
                    <a:pt x="636" y="2525"/>
                  </a:cubicBezTo>
                  <a:lnTo>
                    <a:pt x="5187" y="2525"/>
                  </a:lnTo>
                  <a:cubicBezTo>
                    <a:pt x="5535" y="2525"/>
                    <a:pt x="5823" y="2238"/>
                    <a:pt x="5823" y="1890"/>
                  </a:cubicBezTo>
                  <a:lnTo>
                    <a:pt x="5823" y="635"/>
                  </a:lnTo>
                  <a:cubicBezTo>
                    <a:pt x="5823" y="287"/>
                    <a:pt x="5535" y="0"/>
                    <a:pt x="5187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8"/>
            <p:cNvSpPr/>
            <p:nvPr/>
          </p:nvSpPr>
          <p:spPr>
            <a:xfrm>
              <a:off x="5940929" y="1788103"/>
              <a:ext cx="54350" cy="79556"/>
            </a:xfrm>
            <a:custGeom>
              <a:rect b="b" l="l" r="r" t="t"/>
              <a:pathLst>
                <a:path extrusionOk="0" h="2525" w="1725">
                  <a:moveTo>
                    <a:pt x="1" y="0"/>
                  </a:moveTo>
                  <a:cubicBezTo>
                    <a:pt x="348" y="0"/>
                    <a:pt x="636" y="287"/>
                    <a:pt x="636" y="635"/>
                  </a:cubicBezTo>
                  <a:lnTo>
                    <a:pt x="636" y="1890"/>
                  </a:lnTo>
                  <a:cubicBezTo>
                    <a:pt x="636" y="2238"/>
                    <a:pt x="348" y="2525"/>
                    <a:pt x="1" y="2525"/>
                  </a:cubicBezTo>
                  <a:lnTo>
                    <a:pt x="1089" y="2525"/>
                  </a:lnTo>
                  <a:cubicBezTo>
                    <a:pt x="1437" y="2525"/>
                    <a:pt x="1725" y="2238"/>
                    <a:pt x="1725" y="1890"/>
                  </a:cubicBezTo>
                  <a:lnTo>
                    <a:pt x="1725" y="635"/>
                  </a:lnTo>
                  <a:cubicBezTo>
                    <a:pt x="1725" y="287"/>
                    <a:pt x="1437" y="0"/>
                    <a:pt x="1089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8"/>
            <p:cNvSpPr/>
            <p:nvPr/>
          </p:nvSpPr>
          <p:spPr>
            <a:xfrm>
              <a:off x="5701791" y="1951970"/>
              <a:ext cx="13832" cy="66229"/>
            </a:xfrm>
            <a:custGeom>
              <a:rect b="b" l="l" r="r" t="t"/>
              <a:pathLst>
                <a:path extrusionOk="0" h="2102" w="439">
                  <a:moveTo>
                    <a:pt x="0" y="0"/>
                  </a:moveTo>
                  <a:lnTo>
                    <a:pt x="0" y="2102"/>
                  </a:lnTo>
                  <a:lnTo>
                    <a:pt x="438" y="2102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8"/>
            <p:cNvSpPr/>
            <p:nvPr/>
          </p:nvSpPr>
          <p:spPr>
            <a:xfrm>
              <a:off x="5735598" y="1951970"/>
              <a:ext cx="13863" cy="66229"/>
            </a:xfrm>
            <a:custGeom>
              <a:rect b="b" l="l" r="r" t="t"/>
              <a:pathLst>
                <a:path extrusionOk="0" h="2102" w="440">
                  <a:moveTo>
                    <a:pt x="0" y="0"/>
                  </a:moveTo>
                  <a:lnTo>
                    <a:pt x="0" y="2102"/>
                  </a:lnTo>
                  <a:lnTo>
                    <a:pt x="439" y="2102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8"/>
            <p:cNvSpPr/>
            <p:nvPr/>
          </p:nvSpPr>
          <p:spPr>
            <a:xfrm>
              <a:off x="5769437" y="1951970"/>
              <a:ext cx="13832" cy="66229"/>
            </a:xfrm>
            <a:custGeom>
              <a:rect b="b" l="l" r="r" t="t"/>
              <a:pathLst>
                <a:path extrusionOk="0" h="2102" w="439">
                  <a:moveTo>
                    <a:pt x="0" y="0"/>
                  </a:moveTo>
                  <a:lnTo>
                    <a:pt x="0" y="2102"/>
                  </a:lnTo>
                  <a:lnTo>
                    <a:pt x="438" y="2102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8"/>
            <p:cNvSpPr/>
            <p:nvPr/>
          </p:nvSpPr>
          <p:spPr>
            <a:xfrm>
              <a:off x="5802771" y="1951970"/>
              <a:ext cx="14336" cy="66229"/>
            </a:xfrm>
            <a:custGeom>
              <a:rect b="b" l="l" r="r" t="t"/>
              <a:pathLst>
                <a:path extrusionOk="0" h="2102" w="455">
                  <a:moveTo>
                    <a:pt x="1" y="0"/>
                  </a:moveTo>
                  <a:lnTo>
                    <a:pt x="1" y="2102"/>
                  </a:lnTo>
                  <a:lnTo>
                    <a:pt x="454" y="2102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8"/>
            <p:cNvSpPr/>
            <p:nvPr/>
          </p:nvSpPr>
          <p:spPr>
            <a:xfrm>
              <a:off x="5836578" y="1951970"/>
              <a:ext cx="13863" cy="66229"/>
            </a:xfrm>
            <a:custGeom>
              <a:rect b="b" l="l" r="r" t="t"/>
              <a:pathLst>
                <a:path extrusionOk="0" h="2102" w="440">
                  <a:moveTo>
                    <a:pt x="1" y="0"/>
                  </a:moveTo>
                  <a:lnTo>
                    <a:pt x="1" y="2102"/>
                  </a:lnTo>
                  <a:lnTo>
                    <a:pt x="440" y="2102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8"/>
            <p:cNvSpPr/>
            <p:nvPr/>
          </p:nvSpPr>
          <p:spPr>
            <a:xfrm>
              <a:off x="5557899" y="1608482"/>
              <a:ext cx="193456" cy="193425"/>
            </a:xfrm>
            <a:custGeom>
              <a:rect b="b" l="l" r="r" t="t"/>
              <a:pathLst>
                <a:path extrusionOk="0" h="6139" w="6140">
                  <a:moveTo>
                    <a:pt x="3070" y="0"/>
                  </a:moveTo>
                  <a:cubicBezTo>
                    <a:pt x="1376" y="0"/>
                    <a:pt x="1" y="1377"/>
                    <a:pt x="1" y="3070"/>
                  </a:cubicBezTo>
                  <a:cubicBezTo>
                    <a:pt x="1" y="4764"/>
                    <a:pt x="1376" y="6139"/>
                    <a:pt x="3070" y="6139"/>
                  </a:cubicBezTo>
                  <a:cubicBezTo>
                    <a:pt x="4763" y="6139"/>
                    <a:pt x="6140" y="4764"/>
                    <a:pt x="6140" y="3070"/>
                  </a:cubicBezTo>
                  <a:cubicBezTo>
                    <a:pt x="6140" y="1377"/>
                    <a:pt x="4763" y="0"/>
                    <a:pt x="3070" y="0"/>
                  </a:cubicBezTo>
                  <a:close/>
                </a:path>
              </a:pathLst>
            </a:custGeom>
            <a:solidFill>
              <a:srgbClr val="1C5F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8"/>
            <p:cNvSpPr/>
            <p:nvPr/>
          </p:nvSpPr>
          <p:spPr>
            <a:xfrm>
              <a:off x="5608404" y="1669321"/>
              <a:ext cx="97232" cy="65914"/>
            </a:xfrm>
            <a:custGeom>
              <a:rect b="b" l="l" r="r" t="t"/>
              <a:pathLst>
                <a:path extrusionOk="0" h="2092" w="3086">
                  <a:moveTo>
                    <a:pt x="2835" y="0"/>
                  </a:moveTo>
                  <a:cubicBezTo>
                    <a:pt x="2787" y="0"/>
                    <a:pt x="2741" y="16"/>
                    <a:pt x="2707" y="50"/>
                  </a:cubicBezTo>
                  <a:cubicBezTo>
                    <a:pt x="2692" y="50"/>
                    <a:pt x="2692" y="65"/>
                    <a:pt x="2676" y="65"/>
                  </a:cubicBezTo>
                  <a:lnTo>
                    <a:pt x="1150" y="1593"/>
                  </a:lnTo>
                  <a:cubicBezTo>
                    <a:pt x="1112" y="1638"/>
                    <a:pt x="1059" y="1661"/>
                    <a:pt x="1004" y="1661"/>
                  </a:cubicBezTo>
                  <a:cubicBezTo>
                    <a:pt x="949" y="1661"/>
                    <a:pt x="893" y="1638"/>
                    <a:pt x="847" y="1593"/>
                  </a:cubicBezTo>
                  <a:lnTo>
                    <a:pt x="394" y="1139"/>
                  </a:lnTo>
                  <a:cubicBezTo>
                    <a:pt x="356" y="1101"/>
                    <a:pt x="299" y="1082"/>
                    <a:pt x="242" y="1082"/>
                  </a:cubicBezTo>
                  <a:cubicBezTo>
                    <a:pt x="185" y="1082"/>
                    <a:pt x="129" y="1101"/>
                    <a:pt x="91" y="1139"/>
                  </a:cubicBezTo>
                  <a:cubicBezTo>
                    <a:pt x="1" y="1230"/>
                    <a:pt x="1" y="1365"/>
                    <a:pt x="91" y="1456"/>
                  </a:cubicBezTo>
                  <a:lnTo>
                    <a:pt x="529" y="1910"/>
                  </a:lnTo>
                  <a:cubicBezTo>
                    <a:pt x="666" y="2031"/>
                    <a:pt x="832" y="2091"/>
                    <a:pt x="999" y="2091"/>
                  </a:cubicBezTo>
                  <a:cubicBezTo>
                    <a:pt x="1164" y="2091"/>
                    <a:pt x="1346" y="2031"/>
                    <a:pt x="1467" y="1910"/>
                  </a:cubicBezTo>
                  <a:lnTo>
                    <a:pt x="2843" y="534"/>
                  </a:lnTo>
                  <a:lnTo>
                    <a:pt x="2994" y="383"/>
                  </a:lnTo>
                  <a:cubicBezTo>
                    <a:pt x="3085" y="292"/>
                    <a:pt x="3085" y="156"/>
                    <a:pt x="2994" y="65"/>
                  </a:cubicBezTo>
                  <a:cubicBezTo>
                    <a:pt x="2953" y="24"/>
                    <a:pt x="2893" y="0"/>
                    <a:pt x="2835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28"/>
          <p:cNvSpPr txBox="1"/>
          <p:nvPr/>
        </p:nvSpPr>
        <p:spPr>
          <a:xfrm>
            <a:off x="395475" y="3597866"/>
            <a:ext cx="2134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Penalizing errors on the minority class.</a:t>
            </a:r>
            <a:endParaRPr sz="12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61" name="Google Shape;1061;p28"/>
          <p:cNvSpPr txBox="1"/>
          <p:nvPr/>
        </p:nvSpPr>
        <p:spPr>
          <a:xfrm>
            <a:off x="6492850" y="2893950"/>
            <a:ext cx="21348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Recall Shift</a:t>
            </a:r>
            <a:endParaRPr sz="16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62" name="Google Shape;1062;p28"/>
          <p:cNvSpPr txBox="1"/>
          <p:nvPr/>
        </p:nvSpPr>
        <p:spPr>
          <a:xfrm>
            <a:off x="289513" y="2710913"/>
            <a:ext cx="21348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Class Weight Balancing</a:t>
            </a:r>
            <a:endParaRPr sz="16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63" name="Google Shape;1063;p28"/>
          <p:cNvSpPr txBox="1"/>
          <p:nvPr/>
        </p:nvSpPr>
        <p:spPr>
          <a:xfrm>
            <a:off x="3305725" y="2841038"/>
            <a:ext cx="22539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Hyperparameter Tuning</a:t>
            </a:r>
            <a:endParaRPr sz="16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64" name="Google Shape;1064;p28"/>
          <p:cNvSpPr/>
          <p:nvPr/>
        </p:nvSpPr>
        <p:spPr>
          <a:xfrm>
            <a:off x="880201" y="1671270"/>
            <a:ext cx="953400" cy="953400"/>
          </a:xfrm>
          <a:prstGeom prst="arc">
            <a:avLst>
              <a:gd fmla="val 16200000" name="adj1"/>
              <a:gd fmla="val 5341432" name="adj2"/>
            </a:avLst>
          </a:prstGeom>
          <a:noFill/>
          <a:ln cap="rnd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8"/>
          <p:cNvSpPr txBox="1"/>
          <p:nvPr/>
        </p:nvSpPr>
        <p:spPr>
          <a:xfrm>
            <a:off x="3369775" y="3637291"/>
            <a:ext cx="2134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Optimized the 'C' regularization and penalty factors.</a:t>
            </a:r>
            <a:endParaRPr sz="12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66" name="Google Shape;1066;p28"/>
          <p:cNvSpPr txBox="1"/>
          <p:nvPr/>
        </p:nvSpPr>
        <p:spPr>
          <a:xfrm>
            <a:off x="6440375" y="3597866"/>
            <a:ext cx="2134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88% of real diabetic cases were successfully captured.</a:t>
            </a:r>
            <a:endParaRPr sz="1200">
              <a:solidFill>
                <a:srgbClr val="F6EFE4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9"/>
          <p:cNvSpPr txBox="1"/>
          <p:nvPr>
            <p:ph type="title"/>
          </p:nvPr>
        </p:nvSpPr>
        <p:spPr>
          <a:xfrm>
            <a:off x="912650" y="491837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rEGRESSION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2" name="Google Shape;1072;p29"/>
          <p:cNvSpPr txBox="1"/>
          <p:nvPr/>
        </p:nvSpPr>
        <p:spPr>
          <a:xfrm>
            <a:off x="1109625" y="2585225"/>
            <a:ext cx="26583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We went from detecting virtually 0 patients to identifying 1,511, dramatically improving the model’s clinical utility.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73" name="Google Shape;1073;p29"/>
          <p:cNvSpPr txBox="1"/>
          <p:nvPr/>
        </p:nvSpPr>
        <p:spPr>
          <a:xfrm>
            <a:off x="5322400" y="1411152"/>
            <a:ext cx="163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Best training </a:t>
            </a: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accuracy</a:t>
            </a:r>
            <a:r>
              <a:rPr lang="en" sz="10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: 0.6962</a:t>
            </a:r>
            <a:endParaRPr sz="10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074" name="Google Shape;10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1025" y="2039959"/>
            <a:ext cx="3740162" cy="285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0"/>
          <p:cNvSpPr txBox="1"/>
          <p:nvPr/>
        </p:nvSpPr>
        <p:spPr>
          <a:xfrm>
            <a:off x="1018575" y="881750"/>
            <a:ext cx="2662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CHALLENGES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0" name="Google Shape;1080;p30"/>
          <p:cNvSpPr txBox="1"/>
          <p:nvPr/>
        </p:nvSpPr>
        <p:spPr>
          <a:xfrm>
            <a:off x="1374390" y="2023880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The accuracy</a:t>
            </a:r>
            <a:endParaRPr sz="2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1" name="Google Shape;1081;p30"/>
          <p:cNvSpPr txBox="1"/>
          <p:nvPr/>
        </p:nvSpPr>
        <p:spPr>
          <a:xfrm>
            <a:off x="1320390" y="2695204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Class Imbalance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2" name="Google Shape;1082;p30"/>
          <p:cNvSpPr txBox="1"/>
          <p:nvPr/>
        </p:nvSpPr>
        <p:spPr>
          <a:xfrm>
            <a:off x="1320390" y="3390781"/>
            <a:ext cx="3256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Lack of knowledge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3" name="Google Shape;1083;p30"/>
          <p:cNvSpPr/>
          <p:nvPr/>
        </p:nvSpPr>
        <p:spPr>
          <a:xfrm>
            <a:off x="609752" y="1931217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01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4" name="Google Shape;1084;p30"/>
          <p:cNvSpPr/>
          <p:nvPr/>
        </p:nvSpPr>
        <p:spPr>
          <a:xfrm>
            <a:off x="609752" y="2626804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02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609752" y="3322390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03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cxnSp>
        <p:nvCxnSpPr>
          <p:cNvPr id="1086" name="Google Shape;1086;p30"/>
          <p:cNvCxnSpPr/>
          <p:nvPr/>
        </p:nvCxnSpPr>
        <p:spPr>
          <a:xfrm flipH="1">
            <a:off x="4480875" y="1525700"/>
            <a:ext cx="19200" cy="348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87" name="Google Shape;1087;p30"/>
          <p:cNvSpPr txBox="1"/>
          <p:nvPr/>
        </p:nvSpPr>
        <p:spPr>
          <a:xfrm>
            <a:off x="5479711" y="1997905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Clinical Priority (Recall)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8" name="Google Shape;1088;p30"/>
          <p:cNvSpPr txBox="1"/>
          <p:nvPr/>
        </p:nvSpPr>
        <p:spPr>
          <a:xfrm>
            <a:off x="5479711" y="2693491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Strategic Tuning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89" name="Google Shape;1089;p30"/>
          <p:cNvSpPr txBox="1"/>
          <p:nvPr/>
        </p:nvSpPr>
        <p:spPr>
          <a:xfrm>
            <a:off x="5479711" y="3389077"/>
            <a:ext cx="314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The Power of Preprocessing</a:t>
            </a:r>
            <a:endParaRPr sz="20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90" name="Google Shape;1090;p30"/>
          <p:cNvSpPr/>
          <p:nvPr/>
        </p:nvSpPr>
        <p:spPr>
          <a:xfrm>
            <a:off x="4769073" y="1929505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01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4769073" y="2625091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02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92" name="Google Shape;1092;p30"/>
          <p:cNvSpPr/>
          <p:nvPr/>
        </p:nvSpPr>
        <p:spPr>
          <a:xfrm>
            <a:off x="4769073" y="3320677"/>
            <a:ext cx="547800" cy="54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rPr>
              <a:t>03</a:t>
            </a:r>
            <a:endParaRPr sz="1100">
              <a:solidFill>
                <a:schemeClr val="dk1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93" name="Google Shape;1093;p30"/>
          <p:cNvSpPr txBox="1"/>
          <p:nvPr/>
        </p:nvSpPr>
        <p:spPr>
          <a:xfrm>
            <a:off x="5479700" y="881750"/>
            <a:ext cx="28800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learnings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1"/>
          <p:cNvSpPr/>
          <p:nvPr/>
        </p:nvSpPr>
        <p:spPr>
          <a:xfrm>
            <a:off x="4735209" y="2068375"/>
            <a:ext cx="265500" cy="265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1"/>
          <p:cNvSpPr/>
          <p:nvPr/>
        </p:nvSpPr>
        <p:spPr>
          <a:xfrm>
            <a:off x="4735209" y="2489013"/>
            <a:ext cx="265500" cy="265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1"/>
          <p:cNvSpPr/>
          <p:nvPr/>
        </p:nvSpPr>
        <p:spPr>
          <a:xfrm>
            <a:off x="4735209" y="2909650"/>
            <a:ext cx="265500" cy="265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1"/>
          <p:cNvSpPr/>
          <p:nvPr/>
        </p:nvSpPr>
        <p:spPr>
          <a:xfrm>
            <a:off x="4735209" y="3330288"/>
            <a:ext cx="265500" cy="265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1"/>
          <p:cNvSpPr/>
          <p:nvPr/>
        </p:nvSpPr>
        <p:spPr>
          <a:xfrm>
            <a:off x="4735209" y="3750925"/>
            <a:ext cx="265500" cy="265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grpSp>
        <p:nvGrpSpPr>
          <p:cNvPr id="1104" name="Google Shape;1104;p31"/>
          <p:cNvGrpSpPr/>
          <p:nvPr/>
        </p:nvGrpSpPr>
        <p:grpSpPr>
          <a:xfrm>
            <a:off x="5701255" y="1379924"/>
            <a:ext cx="1357711" cy="3188943"/>
            <a:chOff x="3903196" y="1379924"/>
            <a:chExt cx="1357711" cy="3188943"/>
          </a:xfrm>
        </p:grpSpPr>
        <p:sp>
          <p:nvSpPr>
            <p:cNvPr id="1105" name="Google Shape;1105;p31"/>
            <p:cNvSpPr/>
            <p:nvPr/>
          </p:nvSpPr>
          <p:spPr>
            <a:xfrm>
              <a:off x="5029228" y="2041322"/>
              <a:ext cx="231679" cy="830208"/>
            </a:xfrm>
            <a:custGeom>
              <a:rect b="b" l="l" r="r" t="t"/>
              <a:pathLst>
                <a:path extrusionOk="0" h="43632" w="12176">
                  <a:moveTo>
                    <a:pt x="5817" y="0"/>
                  </a:moveTo>
                  <a:cubicBezTo>
                    <a:pt x="5801" y="0"/>
                    <a:pt x="5786" y="0"/>
                    <a:pt x="5771" y="0"/>
                  </a:cubicBezTo>
                  <a:cubicBezTo>
                    <a:pt x="2569" y="67"/>
                    <a:pt x="0" y="3636"/>
                    <a:pt x="67" y="8006"/>
                  </a:cubicBezTo>
                  <a:lnTo>
                    <a:pt x="434" y="35793"/>
                  </a:lnTo>
                  <a:cubicBezTo>
                    <a:pt x="500" y="40109"/>
                    <a:pt x="3177" y="43632"/>
                    <a:pt x="6360" y="43632"/>
                  </a:cubicBezTo>
                  <a:cubicBezTo>
                    <a:pt x="6375" y="43632"/>
                    <a:pt x="6390" y="43632"/>
                    <a:pt x="6405" y="43632"/>
                  </a:cubicBezTo>
                  <a:cubicBezTo>
                    <a:pt x="9607" y="43565"/>
                    <a:pt x="12175" y="39962"/>
                    <a:pt x="12142" y="35626"/>
                  </a:cubicBezTo>
                  <a:lnTo>
                    <a:pt x="11742" y="7839"/>
                  </a:lnTo>
                  <a:cubicBezTo>
                    <a:pt x="11675" y="3490"/>
                    <a:pt x="9032" y="0"/>
                    <a:pt x="5817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4992408" y="2634160"/>
              <a:ext cx="263417" cy="679168"/>
            </a:xfrm>
            <a:custGeom>
              <a:rect b="b" l="l" r="r" t="t"/>
              <a:pathLst>
                <a:path extrusionOk="0" h="35694" w="13844">
                  <a:moveTo>
                    <a:pt x="6925" y="1"/>
                  </a:moveTo>
                  <a:cubicBezTo>
                    <a:pt x="6907" y="1"/>
                    <a:pt x="6890" y="1"/>
                    <a:pt x="6872" y="1"/>
                  </a:cubicBezTo>
                  <a:cubicBezTo>
                    <a:pt x="3069" y="34"/>
                    <a:pt x="0" y="3637"/>
                    <a:pt x="34" y="8073"/>
                  </a:cubicBezTo>
                  <a:cubicBezTo>
                    <a:pt x="34" y="8707"/>
                    <a:pt x="134" y="9308"/>
                    <a:pt x="267" y="9908"/>
                  </a:cubicBezTo>
                  <a:lnTo>
                    <a:pt x="3203" y="35693"/>
                  </a:lnTo>
                  <a:lnTo>
                    <a:pt x="7005" y="35660"/>
                  </a:lnTo>
                  <a:lnTo>
                    <a:pt x="13210" y="11409"/>
                  </a:lnTo>
                  <a:lnTo>
                    <a:pt x="13176" y="11409"/>
                  </a:lnTo>
                  <a:cubicBezTo>
                    <a:pt x="13643" y="10308"/>
                    <a:pt x="13844" y="9141"/>
                    <a:pt x="13844" y="7940"/>
                  </a:cubicBezTo>
                  <a:cubicBezTo>
                    <a:pt x="13810" y="3524"/>
                    <a:pt x="10704" y="1"/>
                    <a:pt x="6925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4996214" y="3284141"/>
              <a:ext cx="169478" cy="326265"/>
            </a:xfrm>
            <a:custGeom>
              <a:rect b="b" l="l" r="r" t="t"/>
              <a:pathLst>
                <a:path extrusionOk="0" h="17147" w="8907">
                  <a:moveTo>
                    <a:pt x="6739" y="1"/>
                  </a:moveTo>
                  <a:lnTo>
                    <a:pt x="3069" y="301"/>
                  </a:lnTo>
                  <a:lnTo>
                    <a:pt x="0" y="6439"/>
                  </a:lnTo>
                  <a:lnTo>
                    <a:pt x="834" y="12777"/>
                  </a:lnTo>
                  <a:lnTo>
                    <a:pt x="2235" y="12376"/>
                  </a:lnTo>
                  <a:lnTo>
                    <a:pt x="1835" y="8073"/>
                  </a:lnTo>
                  <a:lnTo>
                    <a:pt x="2769" y="5171"/>
                  </a:lnTo>
                  <a:lnTo>
                    <a:pt x="4504" y="10442"/>
                  </a:lnTo>
                  <a:lnTo>
                    <a:pt x="4137" y="17146"/>
                  </a:lnTo>
                  <a:lnTo>
                    <a:pt x="6805" y="17046"/>
                  </a:lnTo>
                  <a:lnTo>
                    <a:pt x="8907" y="10708"/>
                  </a:lnTo>
                  <a:lnTo>
                    <a:pt x="67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3983801" y="1683964"/>
              <a:ext cx="1245940" cy="1513143"/>
            </a:xfrm>
            <a:custGeom>
              <a:rect b="b" l="l" r="r" t="t"/>
              <a:pathLst>
                <a:path extrusionOk="0" h="79524" w="65481">
                  <a:moveTo>
                    <a:pt x="29322" y="0"/>
                  </a:moveTo>
                  <a:lnTo>
                    <a:pt x="29322" y="2369"/>
                  </a:lnTo>
                  <a:cubicBezTo>
                    <a:pt x="29255" y="6071"/>
                    <a:pt x="27187" y="9307"/>
                    <a:pt x="24518" y="11909"/>
                  </a:cubicBezTo>
                  <a:cubicBezTo>
                    <a:pt x="21616" y="14611"/>
                    <a:pt x="18214" y="16746"/>
                    <a:pt x="14511" y="18147"/>
                  </a:cubicBezTo>
                  <a:cubicBezTo>
                    <a:pt x="13777" y="18180"/>
                    <a:pt x="12843" y="18247"/>
                    <a:pt x="11809" y="18347"/>
                  </a:cubicBezTo>
                  <a:cubicBezTo>
                    <a:pt x="10742" y="18447"/>
                    <a:pt x="9574" y="18580"/>
                    <a:pt x="8474" y="18780"/>
                  </a:cubicBezTo>
                  <a:cubicBezTo>
                    <a:pt x="8007" y="18847"/>
                    <a:pt x="7573" y="18914"/>
                    <a:pt x="7139" y="18980"/>
                  </a:cubicBezTo>
                  <a:cubicBezTo>
                    <a:pt x="6939" y="19014"/>
                    <a:pt x="6739" y="19047"/>
                    <a:pt x="6539" y="19081"/>
                  </a:cubicBezTo>
                  <a:lnTo>
                    <a:pt x="6239" y="19147"/>
                  </a:lnTo>
                  <a:cubicBezTo>
                    <a:pt x="6072" y="19181"/>
                    <a:pt x="5905" y="19247"/>
                    <a:pt x="5738" y="19281"/>
                  </a:cubicBezTo>
                  <a:lnTo>
                    <a:pt x="5672" y="19281"/>
                  </a:lnTo>
                  <a:lnTo>
                    <a:pt x="5171" y="19414"/>
                  </a:lnTo>
                  <a:cubicBezTo>
                    <a:pt x="5071" y="19414"/>
                    <a:pt x="5004" y="19447"/>
                    <a:pt x="4938" y="19481"/>
                  </a:cubicBezTo>
                  <a:cubicBezTo>
                    <a:pt x="4771" y="19514"/>
                    <a:pt x="4637" y="19581"/>
                    <a:pt x="4504" y="19614"/>
                  </a:cubicBezTo>
                  <a:cubicBezTo>
                    <a:pt x="3337" y="19981"/>
                    <a:pt x="2302" y="20648"/>
                    <a:pt x="1535" y="21582"/>
                  </a:cubicBezTo>
                  <a:cubicBezTo>
                    <a:pt x="1502" y="21582"/>
                    <a:pt x="1502" y="21616"/>
                    <a:pt x="1502" y="21616"/>
                  </a:cubicBezTo>
                  <a:cubicBezTo>
                    <a:pt x="1102" y="22116"/>
                    <a:pt x="835" y="22683"/>
                    <a:pt x="668" y="23284"/>
                  </a:cubicBezTo>
                  <a:lnTo>
                    <a:pt x="635" y="23384"/>
                  </a:lnTo>
                  <a:cubicBezTo>
                    <a:pt x="601" y="23484"/>
                    <a:pt x="568" y="23584"/>
                    <a:pt x="535" y="23650"/>
                  </a:cubicBezTo>
                  <a:cubicBezTo>
                    <a:pt x="101" y="25785"/>
                    <a:pt x="334" y="28287"/>
                    <a:pt x="134" y="30756"/>
                  </a:cubicBezTo>
                  <a:cubicBezTo>
                    <a:pt x="1" y="32290"/>
                    <a:pt x="6872" y="35726"/>
                    <a:pt x="10041" y="37560"/>
                  </a:cubicBezTo>
                  <a:cubicBezTo>
                    <a:pt x="10508" y="37794"/>
                    <a:pt x="10975" y="38061"/>
                    <a:pt x="11409" y="38394"/>
                  </a:cubicBezTo>
                  <a:cubicBezTo>
                    <a:pt x="12610" y="39328"/>
                    <a:pt x="13811" y="40362"/>
                    <a:pt x="14945" y="41463"/>
                  </a:cubicBezTo>
                  <a:cubicBezTo>
                    <a:pt x="15212" y="41697"/>
                    <a:pt x="15512" y="41964"/>
                    <a:pt x="15745" y="42230"/>
                  </a:cubicBezTo>
                  <a:cubicBezTo>
                    <a:pt x="18781" y="45333"/>
                    <a:pt x="19348" y="48869"/>
                    <a:pt x="20515" y="53005"/>
                  </a:cubicBezTo>
                  <a:cubicBezTo>
                    <a:pt x="20582" y="53238"/>
                    <a:pt x="20649" y="53472"/>
                    <a:pt x="20716" y="53739"/>
                  </a:cubicBezTo>
                  <a:cubicBezTo>
                    <a:pt x="20716" y="53839"/>
                    <a:pt x="20749" y="53939"/>
                    <a:pt x="20782" y="54039"/>
                  </a:cubicBezTo>
                  <a:cubicBezTo>
                    <a:pt x="20782" y="54139"/>
                    <a:pt x="20816" y="54206"/>
                    <a:pt x="20816" y="54306"/>
                  </a:cubicBezTo>
                  <a:cubicBezTo>
                    <a:pt x="20882" y="54506"/>
                    <a:pt x="20916" y="54739"/>
                    <a:pt x="20949" y="54906"/>
                  </a:cubicBezTo>
                  <a:cubicBezTo>
                    <a:pt x="21216" y="56474"/>
                    <a:pt x="22050" y="64146"/>
                    <a:pt x="22117" y="65380"/>
                  </a:cubicBezTo>
                  <a:cubicBezTo>
                    <a:pt x="22250" y="67448"/>
                    <a:pt x="22317" y="69350"/>
                    <a:pt x="22350" y="70718"/>
                  </a:cubicBezTo>
                  <a:cubicBezTo>
                    <a:pt x="22350" y="70884"/>
                    <a:pt x="22317" y="71084"/>
                    <a:pt x="22317" y="71251"/>
                  </a:cubicBezTo>
                  <a:lnTo>
                    <a:pt x="22317" y="71652"/>
                  </a:lnTo>
                  <a:cubicBezTo>
                    <a:pt x="22350" y="75988"/>
                    <a:pt x="25853" y="79490"/>
                    <a:pt x="30222" y="79524"/>
                  </a:cubicBezTo>
                  <a:lnTo>
                    <a:pt x="38095" y="79524"/>
                  </a:lnTo>
                  <a:cubicBezTo>
                    <a:pt x="41831" y="79524"/>
                    <a:pt x="44866" y="76488"/>
                    <a:pt x="44866" y="72786"/>
                  </a:cubicBezTo>
                  <a:lnTo>
                    <a:pt x="44866" y="72018"/>
                  </a:lnTo>
                  <a:cubicBezTo>
                    <a:pt x="44900" y="71285"/>
                    <a:pt x="44933" y="70517"/>
                    <a:pt x="44933" y="69650"/>
                  </a:cubicBezTo>
                  <a:cubicBezTo>
                    <a:pt x="44933" y="68449"/>
                    <a:pt x="44933" y="67182"/>
                    <a:pt x="44966" y="65847"/>
                  </a:cubicBezTo>
                  <a:cubicBezTo>
                    <a:pt x="45000" y="64480"/>
                    <a:pt x="45000" y="63045"/>
                    <a:pt x="45033" y="61678"/>
                  </a:cubicBezTo>
                  <a:cubicBezTo>
                    <a:pt x="45033" y="61311"/>
                    <a:pt x="45066" y="60910"/>
                    <a:pt x="45100" y="60577"/>
                  </a:cubicBezTo>
                  <a:cubicBezTo>
                    <a:pt x="45133" y="59676"/>
                    <a:pt x="45200" y="58809"/>
                    <a:pt x="45266" y="57975"/>
                  </a:cubicBezTo>
                  <a:cubicBezTo>
                    <a:pt x="45300" y="57441"/>
                    <a:pt x="45367" y="56941"/>
                    <a:pt x="45400" y="56474"/>
                  </a:cubicBezTo>
                  <a:cubicBezTo>
                    <a:pt x="45400" y="56274"/>
                    <a:pt x="45467" y="56107"/>
                    <a:pt x="45467" y="55940"/>
                  </a:cubicBezTo>
                  <a:cubicBezTo>
                    <a:pt x="45533" y="55640"/>
                    <a:pt x="45567" y="55373"/>
                    <a:pt x="45600" y="55106"/>
                  </a:cubicBezTo>
                  <a:cubicBezTo>
                    <a:pt x="45633" y="54906"/>
                    <a:pt x="45667" y="54739"/>
                    <a:pt x="45700" y="54539"/>
                  </a:cubicBezTo>
                  <a:cubicBezTo>
                    <a:pt x="45733" y="54372"/>
                    <a:pt x="45767" y="54206"/>
                    <a:pt x="45834" y="54039"/>
                  </a:cubicBezTo>
                  <a:cubicBezTo>
                    <a:pt x="45867" y="53872"/>
                    <a:pt x="45900" y="53705"/>
                    <a:pt x="45934" y="53539"/>
                  </a:cubicBezTo>
                  <a:cubicBezTo>
                    <a:pt x="45967" y="53372"/>
                    <a:pt x="46000" y="53238"/>
                    <a:pt x="46067" y="53072"/>
                  </a:cubicBezTo>
                  <a:cubicBezTo>
                    <a:pt x="47301" y="48835"/>
                    <a:pt x="48769" y="45700"/>
                    <a:pt x="51938" y="42731"/>
                  </a:cubicBezTo>
                  <a:cubicBezTo>
                    <a:pt x="54973" y="39862"/>
                    <a:pt x="57642" y="36660"/>
                    <a:pt x="59910" y="33157"/>
                  </a:cubicBezTo>
                  <a:cubicBezTo>
                    <a:pt x="61678" y="30355"/>
                    <a:pt x="65481" y="24651"/>
                    <a:pt x="64047" y="21349"/>
                  </a:cubicBezTo>
                  <a:cubicBezTo>
                    <a:pt x="63580" y="20248"/>
                    <a:pt x="62579" y="19181"/>
                    <a:pt x="60677" y="18814"/>
                  </a:cubicBezTo>
                  <a:cubicBezTo>
                    <a:pt x="58042" y="18280"/>
                    <a:pt x="55307" y="17946"/>
                    <a:pt x="52705" y="17279"/>
                  </a:cubicBezTo>
                  <a:cubicBezTo>
                    <a:pt x="52238" y="17179"/>
                    <a:pt x="51804" y="17046"/>
                    <a:pt x="51371" y="16912"/>
                  </a:cubicBezTo>
                  <a:cubicBezTo>
                    <a:pt x="50770" y="16746"/>
                    <a:pt x="50170" y="16545"/>
                    <a:pt x="49603" y="16312"/>
                  </a:cubicBezTo>
                  <a:cubicBezTo>
                    <a:pt x="46267" y="14944"/>
                    <a:pt x="43365" y="12676"/>
                    <a:pt x="41264" y="9741"/>
                  </a:cubicBezTo>
                  <a:lnTo>
                    <a:pt x="41197" y="9674"/>
                  </a:lnTo>
                  <a:lnTo>
                    <a:pt x="41130" y="9674"/>
                  </a:lnTo>
                  <a:cubicBezTo>
                    <a:pt x="39596" y="7305"/>
                    <a:pt x="38962" y="5071"/>
                    <a:pt x="38962" y="3903"/>
                  </a:cubicBezTo>
                  <a:cubicBezTo>
                    <a:pt x="38929" y="2569"/>
                    <a:pt x="38829" y="1268"/>
                    <a:pt x="38595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3904471" y="2048458"/>
              <a:ext cx="291977" cy="829009"/>
            </a:xfrm>
            <a:custGeom>
              <a:rect b="b" l="l" r="r" t="t"/>
              <a:pathLst>
                <a:path extrusionOk="0" h="43569" w="15345">
                  <a:moveTo>
                    <a:pt x="8794" y="1"/>
                  </a:moveTo>
                  <a:cubicBezTo>
                    <a:pt x="8681" y="1"/>
                    <a:pt x="8573" y="9"/>
                    <a:pt x="8473" y="26"/>
                  </a:cubicBezTo>
                  <a:cubicBezTo>
                    <a:pt x="7272" y="92"/>
                    <a:pt x="6171" y="526"/>
                    <a:pt x="5237" y="1260"/>
                  </a:cubicBezTo>
                  <a:lnTo>
                    <a:pt x="5204" y="1293"/>
                  </a:lnTo>
                  <a:cubicBezTo>
                    <a:pt x="3303" y="2828"/>
                    <a:pt x="2135" y="5063"/>
                    <a:pt x="2035" y="7498"/>
                  </a:cubicBezTo>
                  <a:lnTo>
                    <a:pt x="267" y="35251"/>
                  </a:lnTo>
                  <a:cubicBezTo>
                    <a:pt x="0" y="39587"/>
                    <a:pt x="2735" y="43323"/>
                    <a:pt x="6338" y="43557"/>
                  </a:cubicBezTo>
                  <a:cubicBezTo>
                    <a:pt x="6457" y="43564"/>
                    <a:pt x="6576" y="43568"/>
                    <a:pt x="6694" y="43568"/>
                  </a:cubicBezTo>
                  <a:cubicBezTo>
                    <a:pt x="10181" y="43568"/>
                    <a:pt x="13185" y="40279"/>
                    <a:pt x="13443" y="36085"/>
                  </a:cubicBezTo>
                  <a:lnTo>
                    <a:pt x="15211" y="8365"/>
                  </a:lnTo>
                  <a:cubicBezTo>
                    <a:pt x="15344" y="6764"/>
                    <a:pt x="15011" y="5163"/>
                    <a:pt x="14310" y="3728"/>
                  </a:cubicBezTo>
                  <a:cubicBezTo>
                    <a:pt x="14110" y="3328"/>
                    <a:pt x="13877" y="2961"/>
                    <a:pt x="13643" y="2627"/>
                  </a:cubicBezTo>
                  <a:cubicBezTo>
                    <a:pt x="12609" y="1126"/>
                    <a:pt x="10941" y="159"/>
                    <a:pt x="9140" y="26"/>
                  </a:cubicBezTo>
                  <a:cubicBezTo>
                    <a:pt x="9023" y="9"/>
                    <a:pt x="8907" y="1"/>
                    <a:pt x="8794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1"/>
            <p:cNvSpPr/>
            <p:nvPr/>
          </p:nvSpPr>
          <p:spPr>
            <a:xfrm>
              <a:off x="3903196" y="2591536"/>
              <a:ext cx="287544" cy="712256"/>
            </a:xfrm>
            <a:custGeom>
              <a:rect b="b" l="l" r="r" t="t"/>
              <a:pathLst>
                <a:path extrusionOk="0" h="37433" w="15112">
                  <a:moveTo>
                    <a:pt x="7577" y="1"/>
                  </a:moveTo>
                  <a:cubicBezTo>
                    <a:pt x="7487" y="1"/>
                    <a:pt x="7396" y="2"/>
                    <a:pt x="7306" y="6"/>
                  </a:cubicBezTo>
                  <a:cubicBezTo>
                    <a:pt x="3169" y="173"/>
                    <a:pt x="0" y="4076"/>
                    <a:pt x="167" y="8712"/>
                  </a:cubicBezTo>
                  <a:cubicBezTo>
                    <a:pt x="201" y="9980"/>
                    <a:pt x="534" y="11214"/>
                    <a:pt x="1068" y="12348"/>
                  </a:cubicBezTo>
                  <a:lnTo>
                    <a:pt x="1035" y="12348"/>
                  </a:lnTo>
                  <a:lnTo>
                    <a:pt x="9007" y="37433"/>
                  </a:lnTo>
                  <a:lnTo>
                    <a:pt x="13110" y="37266"/>
                  </a:lnTo>
                  <a:lnTo>
                    <a:pt x="14944" y="10080"/>
                  </a:lnTo>
                  <a:cubicBezTo>
                    <a:pt x="15078" y="9446"/>
                    <a:pt x="15111" y="8779"/>
                    <a:pt x="15078" y="8112"/>
                  </a:cubicBezTo>
                  <a:cubicBezTo>
                    <a:pt x="14915" y="3578"/>
                    <a:pt x="11562" y="1"/>
                    <a:pt x="7577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4077117" y="3275254"/>
              <a:ext cx="184719" cy="324362"/>
            </a:xfrm>
            <a:custGeom>
              <a:rect b="b" l="l" r="r" t="t"/>
              <a:pathLst>
                <a:path extrusionOk="0" h="17047" w="9708">
                  <a:moveTo>
                    <a:pt x="3570" y="1"/>
                  </a:moveTo>
                  <a:lnTo>
                    <a:pt x="0" y="868"/>
                  </a:lnTo>
                  <a:lnTo>
                    <a:pt x="1435" y="11709"/>
                  </a:lnTo>
                  <a:lnTo>
                    <a:pt x="5438" y="17046"/>
                  </a:lnTo>
                  <a:lnTo>
                    <a:pt x="7973" y="16246"/>
                  </a:lnTo>
                  <a:lnTo>
                    <a:pt x="5504" y="10041"/>
                  </a:lnTo>
                  <a:lnTo>
                    <a:pt x="5404" y="4471"/>
                  </a:lnTo>
                  <a:lnTo>
                    <a:pt x="7239" y="6906"/>
                  </a:lnTo>
                  <a:lnTo>
                    <a:pt x="8273" y="11142"/>
                  </a:lnTo>
                  <a:lnTo>
                    <a:pt x="9707" y="11075"/>
                  </a:lnTo>
                  <a:lnTo>
                    <a:pt x="8473" y="4771"/>
                  </a:lnTo>
                  <a:lnTo>
                    <a:pt x="35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4346237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8" y="0"/>
                  </a:moveTo>
                  <a:cubicBezTo>
                    <a:pt x="2369" y="0"/>
                    <a:pt x="34" y="2335"/>
                    <a:pt x="1" y="5204"/>
                  </a:cubicBezTo>
                  <a:lnTo>
                    <a:pt x="1" y="13276"/>
                  </a:lnTo>
                  <a:cubicBezTo>
                    <a:pt x="34" y="16145"/>
                    <a:pt x="2369" y="18480"/>
                    <a:pt x="5238" y="18513"/>
                  </a:cubicBezTo>
                  <a:cubicBezTo>
                    <a:pt x="8140" y="18480"/>
                    <a:pt x="10475" y="16145"/>
                    <a:pt x="10475" y="13276"/>
                  </a:cubicBezTo>
                  <a:lnTo>
                    <a:pt x="10475" y="5204"/>
                  </a:lnTo>
                  <a:cubicBezTo>
                    <a:pt x="10475" y="2335"/>
                    <a:pt x="8140" y="0"/>
                    <a:pt x="5238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4376702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2403" y="1"/>
                    <a:pt x="1" y="2603"/>
                    <a:pt x="1" y="5805"/>
                  </a:cubicBezTo>
                  <a:lnTo>
                    <a:pt x="1" y="29922"/>
                  </a:lnTo>
                  <a:cubicBezTo>
                    <a:pt x="1" y="33124"/>
                    <a:pt x="1669" y="35226"/>
                    <a:pt x="4604" y="35226"/>
                  </a:cubicBezTo>
                  <a:lnTo>
                    <a:pt x="4604" y="35459"/>
                  </a:lnTo>
                  <a:cubicBezTo>
                    <a:pt x="7506" y="35459"/>
                    <a:pt x="8974" y="33858"/>
                    <a:pt x="8974" y="30689"/>
                  </a:cubicBezTo>
                  <a:lnTo>
                    <a:pt x="9775" y="18447"/>
                  </a:lnTo>
                  <a:lnTo>
                    <a:pt x="9875" y="16813"/>
                  </a:lnTo>
                  <a:lnTo>
                    <a:pt x="10575" y="5805"/>
                  </a:lnTo>
                  <a:cubicBezTo>
                    <a:pt x="10608" y="4304"/>
                    <a:pt x="10041" y="2836"/>
                    <a:pt x="9041" y="1702"/>
                  </a:cubicBezTo>
                  <a:cubicBezTo>
                    <a:pt x="8107" y="634"/>
                    <a:pt x="6739" y="34"/>
                    <a:pt x="5305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4085356" y="4356862"/>
              <a:ext cx="510964" cy="210102"/>
            </a:xfrm>
            <a:custGeom>
              <a:rect b="b" l="l" r="r" t="t"/>
              <a:pathLst>
                <a:path extrusionOk="0" h="11042" w="26854">
                  <a:moveTo>
                    <a:pt x="14745" y="0"/>
                  </a:moveTo>
                  <a:cubicBezTo>
                    <a:pt x="14678" y="734"/>
                    <a:pt x="14511" y="1502"/>
                    <a:pt x="14244" y="2202"/>
                  </a:cubicBezTo>
                  <a:cubicBezTo>
                    <a:pt x="13878" y="3103"/>
                    <a:pt x="13644" y="3636"/>
                    <a:pt x="13010" y="4170"/>
                  </a:cubicBezTo>
                  <a:cubicBezTo>
                    <a:pt x="12877" y="4270"/>
                    <a:pt x="12743" y="4370"/>
                    <a:pt x="12577" y="4470"/>
                  </a:cubicBezTo>
                  <a:cubicBezTo>
                    <a:pt x="12310" y="4670"/>
                    <a:pt x="12043" y="4804"/>
                    <a:pt x="11743" y="4904"/>
                  </a:cubicBezTo>
                  <a:cubicBezTo>
                    <a:pt x="11309" y="5037"/>
                    <a:pt x="10875" y="5137"/>
                    <a:pt x="10408" y="5137"/>
                  </a:cubicBezTo>
                  <a:cubicBezTo>
                    <a:pt x="10164" y="5160"/>
                    <a:pt x="9919" y="5167"/>
                    <a:pt x="9676" y="5167"/>
                  </a:cubicBezTo>
                  <a:cubicBezTo>
                    <a:pt x="9189" y="5167"/>
                    <a:pt x="8707" y="5137"/>
                    <a:pt x="8240" y="5137"/>
                  </a:cubicBezTo>
                  <a:lnTo>
                    <a:pt x="7373" y="5137"/>
                  </a:lnTo>
                  <a:cubicBezTo>
                    <a:pt x="4871" y="5271"/>
                    <a:pt x="1" y="7739"/>
                    <a:pt x="1235" y="11042"/>
                  </a:cubicBezTo>
                  <a:lnTo>
                    <a:pt x="26787" y="11042"/>
                  </a:lnTo>
                  <a:cubicBezTo>
                    <a:pt x="26853" y="10174"/>
                    <a:pt x="26853" y="9307"/>
                    <a:pt x="26787" y="8473"/>
                  </a:cubicBezTo>
                  <a:cubicBezTo>
                    <a:pt x="26653" y="7539"/>
                    <a:pt x="26386" y="6605"/>
                    <a:pt x="26020" y="5738"/>
                  </a:cubicBezTo>
                  <a:cubicBezTo>
                    <a:pt x="25719" y="4971"/>
                    <a:pt x="25452" y="4304"/>
                    <a:pt x="25219" y="3670"/>
                  </a:cubicBezTo>
                  <a:cubicBezTo>
                    <a:pt x="24819" y="2469"/>
                    <a:pt x="24619" y="1235"/>
                    <a:pt x="24652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4704240" y="3544396"/>
              <a:ext cx="199313" cy="352275"/>
            </a:xfrm>
            <a:custGeom>
              <a:rect b="b" l="l" r="r" t="t"/>
              <a:pathLst>
                <a:path extrusionOk="0" h="18514" w="10475">
                  <a:moveTo>
                    <a:pt x="5237" y="0"/>
                  </a:moveTo>
                  <a:cubicBezTo>
                    <a:pt x="2335" y="0"/>
                    <a:pt x="0" y="2335"/>
                    <a:pt x="0" y="5204"/>
                  </a:cubicBezTo>
                  <a:lnTo>
                    <a:pt x="0" y="13276"/>
                  </a:lnTo>
                  <a:cubicBezTo>
                    <a:pt x="0" y="16145"/>
                    <a:pt x="2335" y="18513"/>
                    <a:pt x="5237" y="18513"/>
                  </a:cubicBezTo>
                  <a:cubicBezTo>
                    <a:pt x="8139" y="18480"/>
                    <a:pt x="10441" y="16145"/>
                    <a:pt x="10474" y="13276"/>
                  </a:cubicBezTo>
                  <a:lnTo>
                    <a:pt x="10474" y="5204"/>
                  </a:lnTo>
                  <a:cubicBezTo>
                    <a:pt x="10441" y="2335"/>
                    <a:pt x="8106" y="0"/>
                    <a:pt x="5237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4671854" y="3769086"/>
              <a:ext cx="201863" cy="674715"/>
            </a:xfrm>
            <a:custGeom>
              <a:rect b="b" l="l" r="r" t="t"/>
              <a:pathLst>
                <a:path extrusionOk="0" h="35460" w="10609">
                  <a:moveTo>
                    <a:pt x="5305" y="1"/>
                  </a:moveTo>
                  <a:cubicBezTo>
                    <a:pt x="3870" y="1"/>
                    <a:pt x="2503" y="634"/>
                    <a:pt x="1569" y="1702"/>
                  </a:cubicBezTo>
                  <a:cubicBezTo>
                    <a:pt x="535" y="2836"/>
                    <a:pt x="1" y="4270"/>
                    <a:pt x="1" y="5805"/>
                  </a:cubicBezTo>
                  <a:lnTo>
                    <a:pt x="501" y="12910"/>
                  </a:lnTo>
                  <a:lnTo>
                    <a:pt x="535" y="13811"/>
                  </a:lnTo>
                  <a:lnTo>
                    <a:pt x="768" y="17213"/>
                  </a:lnTo>
                  <a:lnTo>
                    <a:pt x="868" y="18814"/>
                  </a:lnTo>
                  <a:lnTo>
                    <a:pt x="1635" y="30689"/>
                  </a:lnTo>
                  <a:cubicBezTo>
                    <a:pt x="1635" y="33892"/>
                    <a:pt x="3103" y="35459"/>
                    <a:pt x="6005" y="35459"/>
                  </a:cubicBezTo>
                  <a:lnTo>
                    <a:pt x="6005" y="35226"/>
                  </a:lnTo>
                  <a:cubicBezTo>
                    <a:pt x="8907" y="35226"/>
                    <a:pt x="10609" y="33124"/>
                    <a:pt x="10609" y="29955"/>
                  </a:cubicBezTo>
                  <a:lnTo>
                    <a:pt x="10609" y="5805"/>
                  </a:lnTo>
                  <a:cubicBezTo>
                    <a:pt x="10609" y="2636"/>
                    <a:pt x="8207" y="34"/>
                    <a:pt x="5305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4336095" y="2887431"/>
              <a:ext cx="572518" cy="754041"/>
            </a:xfrm>
            <a:custGeom>
              <a:rect b="b" l="l" r="r" t="t"/>
              <a:pathLst>
                <a:path extrusionOk="0" h="39629" w="30089">
                  <a:moveTo>
                    <a:pt x="6938" y="0"/>
                  </a:moveTo>
                  <a:cubicBezTo>
                    <a:pt x="3136" y="0"/>
                    <a:pt x="33" y="3103"/>
                    <a:pt x="0" y="6939"/>
                  </a:cubicBezTo>
                  <a:lnTo>
                    <a:pt x="0" y="39629"/>
                  </a:lnTo>
                  <a:lnTo>
                    <a:pt x="13877" y="39629"/>
                  </a:lnTo>
                  <a:lnTo>
                    <a:pt x="13877" y="19081"/>
                  </a:lnTo>
                  <a:cubicBezTo>
                    <a:pt x="13910" y="18447"/>
                    <a:pt x="14410" y="17913"/>
                    <a:pt x="15044" y="17913"/>
                  </a:cubicBezTo>
                  <a:cubicBezTo>
                    <a:pt x="15678" y="17913"/>
                    <a:pt x="16212" y="18447"/>
                    <a:pt x="16212" y="19081"/>
                  </a:cubicBezTo>
                  <a:lnTo>
                    <a:pt x="16212" y="39629"/>
                  </a:lnTo>
                  <a:lnTo>
                    <a:pt x="30088" y="39629"/>
                  </a:lnTo>
                  <a:lnTo>
                    <a:pt x="30088" y="6939"/>
                  </a:lnTo>
                  <a:cubicBezTo>
                    <a:pt x="30055" y="3103"/>
                    <a:pt x="26953" y="0"/>
                    <a:pt x="23150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4343060" y="2855064"/>
              <a:ext cx="558571" cy="121243"/>
            </a:xfrm>
            <a:custGeom>
              <a:rect b="b" l="l" r="r" t="t"/>
              <a:pathLst>
                <a:path extrusionOk="0" h="6372" w="29356">
                  <a:moveTo>
                    <a:pt x="6572" y="0"/>
                  </a:moveTo>
                  <a:cubicBezTo>
                    <a:pt x="3537" y="0"/>
                    <a:pt x="935" y="2669"/>
                    <a:pt x="1" y="6371"/>
                  </a:cubicBezTo>
                  <a:lnTo>
                    <a:pt x="29355" y="6371"/>
                  </a:lnTo>
                  <a:cubicBezTo>
                    <a:pt x="28421" y="2669"/>
                    <a:pt x="25819" y="0"/>
                    <a:pt x="22784" y="0"/>
                  </a:cubicBez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4579832" y="2957248"/>
              <a:ext cx="17144" cy="204393"/>
            </a:xfrm>
            <a:custGeom>
              <a:rect b="b" l="l" r="r" t="t"/>
              <a:pathLst>
                <a:path extrusionOk="0" h="10742" w="901"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10308"/>
                  </a:lnTo>
                  <a:cubicBezTo>
                    <a:pt x="0" y="10542"/>
                    <a:pt x="200" y="10742"/>
                    <a:pt x="467" y="10742"/>
                  </a:cubicBezTo>
                  <a:cubicBezTo>
                    <a:pt x="701" y="10742"/>
                    <a:pt x="901" y="10542"/>
                    <a:pt x="901" y="10275"/>
                  </a:cubicBezTo>
                  <a:lnTo>
                    <a:pt x="901" y="468"/>
                  </a:lnTo>
                  <a:cubicBezTo>
                    <a:pt x="901" y="201"/>
                    <a:pt x="701" y="1"/>
                    <a:pt x="46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4635052" y="2881723"/>
              <a:ext cx="17791" cy="204393"/>
            </a:xfrm>
            <a:custGeom>
              <a:rect b="b" l="l" r="r" t="t"/>
              <a:pathLst>
                <a:path extrusionOk="0" h="10742" w="935">
                  <a:moveTo>
                    <a:pt x="467" y="0"/>
                  </a:moveTo>
                  <a:cubicBezTo>
                    <a:pt x="234" y="0"/>
                    <a:pt x="0" y="200"/>
                    <a:pt x="0" y="434"/>
                  </a:cubicBezTo>
                  <a:lnTo>
                    <a:pt x="0" y="10274"/>
                  </a:lnTo>
                  <a:cubicBezTo>
                    <a:pt x="0" y="10508"/>
                    <a:pt x="234" y="10741"/>
                    <a:pt x="467" y="10741"/>
                  </a:cubicBezTo>
                  <a:cubicBezTo>
                    <a:pt x="734" y="10741"/>
                    <a:pt x="934" y="10508"/>
                    <a:pt x="934" y="10274"/>
                  </a:cubicBezTo>
                  <a:lnTo>
                    <a:pt x="934" y="434"/>
                  </a:lnTo>
                  <a:cubicBezTo>
                    <a:pt x="934" y="200"/>
                    <a:pt x="734" y="0"/>
                    <a:pt x="467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4334173" y="3555813"/>
              <a:ext cx="269144" cy="25402"/>
            </a:xfrm>
            <a:custGeom>
              <a:rect b="b" l="l" r="r" t="t"/>
              <a:pathLst>
                <a:path extrusionOk="0" h="1335" w="14145">
                  <a:moveTo>
                    <a:pt x="1" y="1"/>
                  </a:moveTo>
                  <a:lnTo>
                    <a:pt x="1" y="1335"/>
                  </a:lnTo>
                  <a:lnTo>
                    <a:pt x="14144" y="1335"/>
                  </a:lnTo>
                  <a:lnTo>
                    <a:pt x="14144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4641389" y="3556441"/>
              <a:ext cx="265966" cy="26049"/>
            </a:xfrm>
            <a:custGeom>
              <a:rect b="b" l="l" r="r" t="t"/>
              <a:pathLst>
                <a:path extrusionOk="0" h="1369" w="13978">
                  <a:moveTo>
                    <a:pt x="1" y="1"/>
                  </a:moveTo>
                  <a:lnTo>
                    <a:pt x="1" y="1369"/>
                  </a:lnTo>
                  <a:lnTo>
                    <a:pt x="13577" y="1369"/>
                  </a:lnTo>
                  <a:cubicBezTo>
                    <a:pt x="13711" y="1369"/>
                    <a:pt x="13844" y="1335"/>
                    <a:pt x="13977" y="1269"/>
                  </a:cubicBezTo>
                  <a:lnTo>
                    <a:pt x="13944" y="101"/>
                  </a:lnTo>
                  <a:cubicBezTo>
                    <a:pt x="13844" y="34"/>
                    <a:pt x="13711" y="1"/>
                    <a:pt x="13577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4242151" y="4453985"/>
              <a:ext cx="141546" cy="105374"/>
            </a:xfrm>
            <a:custGeom>
              <a:rect b="b" l="l" r="r" t="t"/>
              <a:pathLst>
                <a:path extrusionOk="0" h="5538" w="7439">
                  <a:moveTo>
                    <a:pt x="0" y="0"/>
                  </a:moveTo>
                  <a:lnTo>
                    <a:pt x="6572" y="5537"/>
                  </a:lnTo>
                  <a:lnTo>
                    <a:pt x="7439" y="4503"/>
                  </a:lnTo>
                  <a:lnTo>
                    <a:pt x="2168" y="33"/>
                  </a:lnTo>
                  <a:cubicBezTo>
                    <a:pt x="2028" y="40"/>
                    <a:pt x="1887" y="43"/>
                    <a:pt x="1744" y="43"/>
                  </a:cubicBezTo>
                  <a:cubicBezTo>
                    <a:pt x="1174" y="43"/>
                    <a:pt x="587" y="0"/>
                    <a:pt x="0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4309436" y="4435565"/>
              <a:ext cx="135837" cy="115535"/>
            </a:xfrm>
            <a:custGeom>
              <a:rect b="b" l="l" r="r" t="t"/>
              <a:pathLst>
                <a:path extrusionOk="0" h="6072" w="7139">
                  <a:moveTo>
                    <a:pt x="1268" y="1"/>
                  </a:moveTo>
                  <a:cubicBezTo>
                    <a:pt x="1134" y="134"/>
                    <a:pt x="967" y="234"/>
                    <a:pt x="834" y="334"/>
                  </a:cubicBezTo>
                  <a:cubicBezTo>
                    <a:pt x="567" y="501"/>
                    <a:pt x="267" y="635"/>
                    <a:pt x="0" y="768"/>
                  </a:cubicBezTo>
                  <a:lnTo>
                    <a:pt x="6238" y="6072"/>
                  </a:lnTo>
                  <a:lnTo>
                    <a:pt x="7138" y="5004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4499855" y="4356862"/>
              <a:ext cx="65378" cy="69831"/>
            </a:xfrm>
            <a:custGeom>
              <a:rect b="b" l="l" r="r" t="t"/>
              <a:pathLst>
                <a:path extrusionOk="0" h="3670" w="3436">
                  <a:moveTo>
                    <a:pt x="567" y="0"/>
                  </a:moveTo>
                  <a:cubicBezTo>
                    <a:pt x="0" y="1835"/>
                    <a:pt x="1401" y="3670"/>
                    <a:pt x="3303" y="3670"/>
                  </a:cubicBezTo>
                  <a:lnTo>
                    <a:pt x="3436" y="3670"/>
                  </a:lnTo>
                  <a:cubicBezTo>
                    <a:pt x="3036" y="2502"/>
                    <a:pt x="2836" y="1235"/>
                    <a:pt x="2869" y="0"/>
                  </a:cubicBez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4654728" y="4358765"/>
              <a:ext cx="510945" cy="210102"/>
            </a:xfrm>
            <a:custGeom>
              <a:rect b="b" l="l" r="r" t="t"/>
              <a:pathLst>
                <a:path extrusionOk="0" h="11042" w="26853">
                  <a:moveTo>
                    <a:pt x="2235" y="1"/>
                  </a:moveTo>
                  <a:cubicBezTo>
                    <a:pt x="2235" y="1235"/>
                    <a:pt x="2035" y="2502"/>
                    <a:pt x="1635" y="3670"/>
                  </a:cubicBezTo>
                  <a:cubicBezTo>
                    <a:pt x="1401" y="4337"/>
                    <a:pt x="1134" y="4971"/>
                    <a:pt x="834" y="5771"/>
                  </a:cubicBezTo>
                  <a:cubicBezTo>
                    <a:pt x="467" y="6639"/>
                    <a:pt x="200" y="7539"/>
                    <a:pt x="67" y="8473"/>
                  </a:cubicBezTo>
                  <a:cubicBezTo>
                    <a:pt x="0" y="9341"/>
                    <a:pt x="0" y="10208"/>
                    <a:pt x="67" y="11042"/>
                  </a:cubicBezTo>
                  <a:lnTo>
                    <a:pt x="25585" y="11042"/>
                  </a:lnTo>
                  <a:cubicBezTo>
                    <a:pt x="26853" y="7739"/>
                    <a:pt x="21983" y="5271"/>
                    <a:pt x="19481" y="5138"/>
                  </a:cubicBezTo>
                  <a:lnTo>
                    <a:pt x="18614" y="5138"/>
                  </a:lnTo>
                  <a:cubicBezTo>
                    <a:pt x="18027" y="5138"/>
                    <a:pt x="17439" y="5180"/>
                    <a:pt x="16869" y="5180"/>
                  </a:cubicBezTo>
                  <a:cubicBezTo>
                    <a:pt x="16727" y="5180"/>
                    <a:pt x="16586" y="5178"/>
                    <a:pt x="16445" y="5171"/>
                  </a:cubicBezTo>
                  <a:cubicBezTo>
                    <a:pt x="15978" y="5138"/>
                    <a:pt x="15545" y="5037"/>
                    <a:pt x="15111" y="4904"/>
                  </a:cubicBezTo>
                  <a:cubicBezTo>
                    <a:pt x="14811" y="4804"/>
                    <a:pt x="14511" y="4671"/>
                    <a:pt x="14277" y="4504"/>
                  </a:cubicBezTo>
                  <a:cubicBezTo>
                    <a:pt x="14110" y="4404"/>
                    <a:pt x="13944" y="4304"/>
                    <a:pt x="13810" y="4170"/>
                  </a:cubicBezTo>
                  <a:cubicBezTo>
                    <a:pt x="13210" y="3670"/>
                    <a:pt x="12943" y="3103"/>
                    <a:pt x="12609" y="2202"/>
                  </a:cubicBezTo>
                  <a:cubicBezTo>
                    <a:pt x="12342" y="1502"/>
                    <a:pt x="12176" y="768"/>
                    <a:pt x="12109" y="1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4866725" y="4456515"/>
              <a:ext cx="142193" cy="105374"/>
            </a:xfrm>
            <a:custGeom>
              <a:rect b="b" l="l" r="r" t="t"/>
              <a:pathLst>
                <a:path extrusionOk="0" h="5538" w="7473">
                  <a:moveTo>
                    <a:pt x="5304" y="1"/>
                  </a:moveTo>
                  <a:lnTo>
                    <a:pt x="1" y="4470"/>
                  </a:lnTo>
                  <a:lnTo>
                    <a:pt x="901" y="5538"/>
                  </a:lnTo>
                  <a:lnTo>
                    <a:pt x="7473" y="1"/>
                  </a:lnTo>
                  <a:cubicBezTo>
                    <a:pt x="6983" y="1"/>
                    <a:pt x="6494" y="30"/>
                    <a:pt x="6015" y="30"/>
                  </a:cubicBezTo>
                  <a:cubicBezTo>
                    <a:pt x="5775" y="30"/>
                    <a:pt x="5538" y="23"/>
                    <a:pt x="5304" y="1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4805795" y="4438115"/>
              <a:ext cx="135837" cy="114888"/>
            </a:xfrm>
            <a:custGeom>
              <a:rect b="b" l="l" r="r" t="t"/>
              <a:pathLst>
                <a:path extrusionOk="0" h="6038" w="7139">
                  <a:moveTo>
                    <a:pt x="5871" y="0"/>
                  </a:moveTo>
                  <a:lnTo>
                    <a:pt x="0" y="4970"/>
                  </a:lnTo>
                  <a:lnTo>
                    <a:pt x="868" y="6038"/>
                  </a:lnTo>
                  <a:lnTo>
                    <a:pt x="7139" y="734"/>
                  </a:lnTo>
                  <a:cubicBezTo>
                    <a:pt x="6839" y="634"/>
                    <a:pt x="6572" y="501"/>
                    <a:pt x="6305" y="300"/>
                  </a:cubicBezTo>
                  <a:cubicBezTo>
                    <a:pt x="6138" y="234"/>
                    <a:pt x="6005" y="100"/>
                    <a:pt x="5871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4685821" y="4358765"/>
              <a:ext cx="64770" cy="69831"/>
            </a:xfrm>
            <a:custGeom>
              <a:rect b="b" l="l" r="r" t="t"/>
              <a:pathLst>
                <a:path extrusionOk="0" h="3670" w="3404">
                  <a:moveTo>
                    <a:pt x="601" y="1"/>
                  </a:moveTo>
                  <a:cubicBezTo>
                    <a:pt x="601" y="1235"/>
                    <a:pt x="401" y="2502"/>
                    <a:pt x="1" y="3670"/>
                  </a:cubicBezTo>
                  <a:lnTo>
                    <a:pt x="101" y="3670"/>
                  </a:lnTo>
                  <a:cubicBezTo>
                    <a:pt x="2036" y="3670"/>
                    <a:pt x="3403" y="1835"/>
                    <a:pt x="2870" y="1"/>
                  </a:cubicBez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4171689" y="1683964"/>
              <a:ext cx="943193" cy="353550"/>
            </a:xfrm>
            <a:custGeom>
              <a:rect b="b" l="l" r="r" t="t"/>
              <a:pathLst>
                <a:path extrusionOk="0" h="18581" w="49570">
                  <a:moveTo>
                    <a:pt x="49569" y="18580"/>
                  </a:moveTo>
                  <a:cubicBezTo>
                    <a:pt x="47301" y="18147"/>
                    <a:pt x="45033" y="17846"/>
                    <a:pt x="42831" y="17279"/>
                  </a:cubicBezTo>
                  <a:cubicBezTo>
                    <a:pt x="42364" y="17179"/>
                    <a:pt x="41930" y="17046"/>
                    <a:pt x="41497" y="16912"/>
                  </a:cubicBezTo>
                  <a:cubicBezTo>
                    <a:pt x="40896" y="16746"/>
                    <a:pt x="40296" y="16545"/>
                    <a:pt x="39729" y="16312"/>
                  </a:cubicBezTo>
                  <a:cubicBezTo>
                    <a:pt x="36393" y="14944"/>
                    <a:pt x="33491" y="12643"/>
                    <a:pt x="31390" y="9741"/>
                  </a:cubicBezTo>
                  <a:lnTo>
                    <a:pt x="31323" y="9674"/>
                  </a:lnTo>
                  <a:lnTo>
                    <a:pt x="31256" y="9674"/>
                  </a:lnTo>
                  <a:cubicBezTo>
                    <a:pt x="29722" y="7305"/>
                    <a:pt x="29088" y="5071"/>
                    <a:pt x="29088" y="3903"/>
                  </a:cubicBezTo>
                  <a:cubicBezTo>
                    <a:pt x="29055" y="2569"/>
                    <a:pt x="28955" y="1268"/>
                    <a:pt x="28754" y="0"/>
                  </a:cubicBezTo>
                  <a:lnTo>
                    <a:pt x="19448" y="0"/>
                  </a:lnTo>
                  <a:lnTo>
                    <a:pt x="19448" y="2369"/>
                  </a:lnTo>
                  <a:cubicBezTo>
                    <a:pt x="19381" y="6071"/>
                    <a:pt x="17313" y="9307"/>
                    <a:pt x="14644" y="11875"/>
                  </a:cubicBezTo>
                  <a:cubicBezTo>
                    <a:pt x="11742" y="14611"/>
                    <a:pt x="8340" y="16712"/>
                    <a:pt x="4637" y="18147"/>
                  </a:cubicBezTo>
                  <a:cubicBezTo>
                    <a:pt x="3903" y="18180"/>
                    <a:pt x="2969" y="18247"/>
                    <a:pt x="1935" y="18347"/>
                  </a:cubicBezTo>
                  <a:cubicBezTo>
                    <a:pt x="1301" y="18413"/>
                    <a:pt x="668" y="18480"/>
                    <a:pt x="1" y="18547"/>
                  </a:cubicBezTo>
                  <a:close/>
                </a:path>
              </a:pathLst>
            </a:custGeom>
            <a:solidFill>
              <a:srgbClr val="FE5145">
                <a:alpha val="167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4515801" y="1379924"/>
              <a:ext cx="221537" cy="437347"/>
            </a:xfrm>
            <a:custGeom>
              <a:rect b="b" l="l" r="r" t="t"/>
              <a:pathLst>
                <a:path extrusionOk="0" h="22985" w="11643">
                  <a:moveTo>
                    <a:pt x="5571" y="0"/>
                  </a:moveTo>
                  <a:cubicBezTo>
                    <a:pt x="2836" y="67"/>
                    <a:pt x="534" y="2068"/>
                    <a:pt x="101" y="4770"/>
                  </a:cubicBezTo>
                  <a:cubicBezTo>
                    <a:pt x="34" y="5104"/>
                    <a:pt x="0" y="5437"/>
                    <a:pt x="34" y="5804"/>
                  </a:cubicBezTo>
                  <a:lnTo>
                    <a:pt x="134" y="10941"/>
                  </a:lnTo>
                  <a:lnTo>
                    <a:pt x="267" y="17446"/>
                  </a:lnTo>
                  <a:cubicBezTo>
                    <a:pt x="333" y="20508"/>
                    <a:pt x="2836" y="22985"/>
                    <a:pt x="5916" y="22985"/>
                  </a:cubicBezTo>
                  <a:cubicBezTo>
                    <a:pt x="5956" y="22985"/>
                    <a:pt x="5997" y="22984"/>
                    <a:pt x="6038" y="22983"/>
                  </a:cubicBezTo>
                  <a:cubicBezTo>
                    <a:pt x="9140" y="22917"/>
                    <a:pt x="11642" y="20315"/>
                    <a:pt x="11575" y="17212"/>
                  </a:cubicBezTo>
                  <a:lnTo>
                    <a:pt x="11342" y="5537"/>
                  </a:lnTo>
                  <a:cubicBezTo>
                    <a:pt x="11275" y="2469"/>
                    <a:pt x="8740" y="0"/>
                    <a:pt x="5671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4466288" y="1588725"/>
              <a:ext cx="63495" cy="107962"/>
            </a:xfrm>
            <a:custGeom>
              <a:rect b="b" l="l" r="r" t="t"/>
              <a:pathLst>
                <a:path extrusionOk="0" h="5674" w="3337">
                  <a:moveTo>
                    <a:pt x="1862" y="0"/>
                  </a:moveTo>
                  <a:cubicBezTo>
                    <a:pt x="1842" y="0"/>
                    <a:pt x="1822" y="1"/>
                    <a:pt x="1802" y="2"/>
                  </a:cubicBezTo>
                  <a:lnTo>
                    <a:pt x="1435" y="2"/>
                  </a:lnTo>
                  <a:cubicBezTo>
                    <a:pt x="634" y="2"/>
                    <a:pt x="1" y="669"/>
                    <a:pt x="34" y="1469"/>
                  </a:cubicBezTo>
                  <a:lnTo>
                    <a:pt x="67" y="4271"/>
                  </a:lnTo>
                  <a:cubicBezTo>
                    <a:pt x="100" y="5052"/>
                    <a:pt x="735" y="5674"/>
                    <a:pt x="1508" y="5674"/>
                  </a:cubicBezTo>
                  <a:cubicBezTo>
                    <a:pt x="1528" y="5674"/>
                    <a:pt x="1548" y="5673"/>
                    <a:pt x="1568" y="5672"/>
                  </a:cubicBezTo>
                  <a:lnTo>
                    <a:pt x="1902" y="5672"/>
                  </a:lnTo>
                  <a:cubicBezTo>
                    <a:pt x="2736" y="5639"/>
                    <a:pt x="3336" y="5005"/>
                    <a:pt x="3336" y="4205"/>
                  </a:cubicBezTo>
                  <a:lnTo>
                    <a:pt x="3270" y="1403"/>
                  </a:lnTo>
                  <a:cubicBezTo>
                    <a:pt x="3270" y="622"/>
                    <a:pt x="2636" y="0"/>
                    <a:pt x="1862" y="0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4722089" y="1580486"/>
              <a:ext cx="64123" cy="107943"/>
            </a:xfrm>
            <a:custGeom>
              <a:rect b="b" l="l" r="r" t="t"/>
              <a:pathLst>
                <a:path extrusionOk="0" h="5673" w="3370">
                  <a:moveTo>
                    <a:pt x="1435" y="1"/>
                  </a:moveTo>
                  <a:cubicBezTo>
                    <a:pt x="634" y="34"/>
                    <a:pt x="1" y="668"/>
                    <a:pt x="34" y="1469"/>
                  </a:cubicBezTo>
                  <a:lnTo>
                    <a:pt x="101" y="4271"/>
                  </a:lnTo>
                  <a:cubicBezTo>
                    <a:pt x="101" y="5051"/>
                    <a:pt x="735" y="5673"/>
                    <a:pt x="1508" y="5673"/>
                  </a:cubicBezTo>
                  <a:cubicBezTo>
                    <a:pt x="1528" y="5673"/>
                    <a:pt x="1548" y="5673"/>
                    <a:pt x="1568" y="5672"/>
                  </a:cubicBezTo>
                  <a:lnTo>
                    <a:pt x="1935" y="5672"/>
                  </a:lnTo>
                  <a:cubicBezTo>
                    <a:pt x="2736" y="5672"/>
                    <a:pt x="3370" y="5005"/>
                    <a:pt x="3336" y="4204"/>
                  </a:cubicBezTo>
                  <a:lnTo>
                    <a:pt x="3270" y="1402"/>
                  </a:lnTo>
                  <a:cubicBezTo>
                    <a:pt x="3270" y="601"/>
                    <a:pt x="2602" y="1"/>
                    <a:pt x="1802" y="1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4518331" y="1379924"/>
              <a:ext cx="210749" cy="87603"/>
            </a:xfrm>
            <a:custGeom>
              <a:rect b="b" l="l" r="r" t="t"/>
              <a:pathLst>
                <a:path extrusionOk="0" h="4604" w="11076">
                  <a:moveTo>
                    <a:pt x="5405" y="0"/>
                  </a:moveTo>
                  <a:cubicBezTo>
                    <a:pt x="2770" y="67"/>
                    <a:pt x="501" y="1968"/>
                    <a:pt x="1" y="4603"/>
                  </a:cubicBezTo>
                  <a:lnTo>
                    <a:pt x="11075" y="4603"/>
                  </a:lnTo>
                  <a:cubicBezTo>
                    <a:pt x="10542" y="1935"/>
                    <a:pt x="8240" y="33"/>
                    <a:pt x="553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4515801" y="1470691"/>
              <a:ext cx="27951" cy="117438"/>
            </a:xfrm>
            <a:custGeom>
              <a:rect b="b" l="l" r="r" t="t"/>
              <a:pathLst>
                <a:path extrusionOk="0" h="6172" w="1469">
                  <a:moveTo>
                    <a:pt x="67" y="0"/>
                  </a:moveTo>
                  <a:cubicBezTo>
                    <a:pt x="34" y="334"/>
                    <a:pt x="0" y="667"/>
                    <a:pt x="0" y="1034"/>
                  </a:cubicBezTo>
                  <a:lnTo>
                    <a:pt x="67" y="6171"/>
                  </a:lnTo>
                  <a:cubicBezTo>
                    <a:pt x="868" y="5838"/>
                    <a:pt x="1468" y="4570"/>
                    <a:pt x="1468" y="3102"/>
                  </a:cubicBezTo>
                  <a:cubicBezTo>
                    <a:pt x="1468" y="1601"/>
                    <a:pt x="868" y="334"/>
                    <a:pt x="67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4708122" y="1468788"/>
              <a:ext cx="24774" cy="118066"/>
            </a:xfrm>
            <a:custGeom>
              <a:rect b="b" l="l" r="r" t="t"/>
              <a:pathLst>
                <a:path extrusionOk="0" h="6205" w="1302">
                  <a:moveTo>
                    <a:pt x="1268" y="0"/>
                  </a:moveTo>
                  <a:cubicBezTo>
                    <a:pt x="534" y="334"/>
                    <a:pt x="1" y="1601"/>
                    <a:pt x="1" y="3102"/>
                  </a:cubicBezTo>
                  <a:cubicBezTo>
                    <a:pt x="1" y="4603"/>
                    <a:pt x="534" y="5871"/>
                    <a:pt x="1235" y="6205"/>
                  </a:cubicBezTo>
                  <a:lnTo>
                    <a:pt x="1302" y="1068"/>
                  </a:lnTo>
                  <a:cubicBezTo>
                    <a:pt x="1302" y="701"/>
                    <a:pt x="1302" y="367"/>
                    <a:pt x="1268" y="0"/>
                  </a:cubicBez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7" name="Google Shape;1137;p31"/>
          <p:cNvSpPr txBox="1"/>
          <p:nvPr/>
        </p:nvSpPr>
        <p:spPr>
          <a:xfrm>
            <a:off x="720000" y="1718350"/>
            <a:ext cx="3979800" cy="25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This project demonstrates that machine learning is not intended to replace medical judgment, but rather to serve as a highly accurate filter that allows for prioritizing care for patients at higher metabolic risk.</a:t>
            </a:r>
            <a:endParaRPr sz="17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grpSp>
        <p:nvGrpSpPr>
          <p:cNvPr id="1138" name="Google Shape;1138;p31"/>
          <p:cNvGrpSpPr/>
          <p:nvPr/>
        </p:nvGrpSpPr>
        <p:grpSpPr>
          <a:xfrm flipH="1">
            <a:off x="4838791" y="2042424"/>
            <a:ext cx="178417" cy="291521"/>
            <a:chOff x="1570963" y="1098735"/>
            <a:chExt cx="246705" cy="403099"/>
          </a:xfrm>
        </p:grpSpPr>
        <p:sp>
          <p:nvSpPr>
            <p:cNvPr id="1139" name="Google Shape;1139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31"/>
          <p:cNvGrpSpPr/>
          <p:nvPr/>
        </p:nvGrpSpPr>
        <p:grpSpPr>
          <a:xfrm flipH="1">
            <a:off x="4838791" y="2476187"/>
            <a:ext cx="178417" cy="291521"/>
            <a:chOff x="1570963" y="1098735"/>
            <a:chExt cx="246705" cy="403099"/>
          </a:xfrm>
        </p:grpSpPr>
        <p:sp>
          <p:nvSpPr>
            <p:cNvPr id="1142" name="Google Shape;1142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4" name="Google Shape;1144;p31"/>
          <p:cNvGrpSpPr/>
          <p:nvPr/>
        </p:nvGrpSpPr>
        <p:grpSpPr>
          <a:xfrm flipH="1">
            <a:off x="4838791" y="2890174"/>
            <a:ext cx="178417" cy="291521"/>
            <a:chOff x="1570963" y="1098735"/>
            <a:chExt cx="246705" cy="403099"/>
          </a:xfrm>
        </p:grpSpPr>
        <p:sp>
          <p:nvSpPr>
            <p:cNvPr id="1145" name="Google Shape;1145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7" name="Google Shape;1147;p31"/>
          <p:cNvGrpSpPr/>
          <p:nvPr/>
        </p:nvGrpSpPr>
        <p:grpSpPr>
          <a:xfrm flipH="1">
            <a:off x="4838791" y="3304174"/>
            <a:ext cx="178417" cy="291521"/>
            <a:chOff x="1570963" y="1098735"/>
            <a:chExt cx="246705" cy="403099"/>
          </a:xfrm>
        </p:grpSpPr>
        <p:sp>
          <p:nvSpPr>
            <p:cNvPr id="1148" name="Google Shape;1148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0" name="Google Shape;1150;p31"/>
          <p:cNvGrpSpPr/>
          <p:nvPr/>
        </p:nvGrpSpPr>
        <p:grpSpPr>
          <a:xfrm flipH="1">
            <a:off x="4838791" y="3718174"/>
            <a:ext cx="178417" cy="291521"/>
            <a:chOff x="1570963" y="1098735"/>
            <a:chExt cx="246705" cy="403099"/>
          </a:xfrm>
        </p:grpSpPr>
        <p:sp>
          <p:nvSpPr>
            <p:cNvPr id="1151" name="Google Shape;1151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3" name="Google Shape;1153;p31"/>
          <p:cNvGrpSpPr/>
          <p:nvPr/>
        </p:nvGrpSpPr>
        <p:grpSpPr>
          <a:xfrm flipH="1">
            <a:off x="4838791" y="4171687"/>
            <a:ext cx="178417" cy="291521"/>
            <a:chOff x="1570963" y="1098735"/>
            <a:chExt cx="246705" cy="403099"/>
          </a:xfrm>
        </p:grpSpPr>
        <p:sp>
          <p:nvSpPr>
            <p:cNvPr id="1154" name="Google Shape;1154;p31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31"/>
          <p:cNvCxnSpPr>
            <a:stCxn id="1098" idx="6"/>
          </p:cNvCxnSpPr>
          <p:nvPr/>
        </p:nvCxnSpPr>
        <p:spPr>
          <a:xfrm flipH="1" rot="10800000">
            <a:off x="5000709" y="1441225"/>
            <a:ext cx="1337100" cy="759900"/>
          </a:xfrm>
          <a:prstGeom prst="bentConnector3">
            <a:avLst>
              <a:gd fmla="val 38626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157" name="Google Shape;1157;p31"/>
          <p:cNvCxnSpPr>
            <a:stCxn id="1099" idx="6"/>
          </p:cNvCxnSpPr>
          <p:nvPr/>
        </p:nvCxnSpPr>
        <p:spPr>
          <a:xfrm flipH="1" rot="10800000">
            <a:off x="5000709" y="1621263"/>
            <a:ext cx="1417200" cy="1000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158" name="Google Shape;1158;p31"/>
          <p:cNvCxnSpPr>
            <a:stCxn id="1100" idx="6"/>
          </p:cNvCxnSpPr>
          <p:nvPr/>
        </p:nvCxnSpPr>
        <p:spPr>
          <a:xfrm flipH="1" rot="10800000">
            <a:off x="5000709" y="2295100"/>
            <a:ext cx="1563900" cy="747300"/>
          </a:xfrm>
          <a:prstGeom prst="bentConnector3">
            <a:avLst>
              <a:gd fmla="val 63738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159" name="Google Shape;1159;p31"/>
          <p:cNvCxnSpPr>
            <a:stCxn id="1101" idx="6"/>
          </p:cNvCxnSpPr>
          <p:nvPr/>
        </p:nvCxnSpPr>
        <p:spPr>
          <a:xfrm flipH="1" rot="10800000">
            <a:off x="5000709" y="2775438"/>
            <a:ext cx="1517100" cy="687600"/>
          </a:xfrm>
          <a:prstGeom prst="bentConnector3">
            <a:avLst>
              <a:gd fmla="val 74939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160" name="Google Shape;1160;p31"/>
          <p:cNvCxnSpPr>
            <a:stCxn id="1102" idx="6"/>
          </p:cNvCxnSpPr>
          <p:nvPr/>
        </p:nvCxnSpPr>
        <p:spPr>
          <a:xfrm>
            <a:off x="5000709" y="3883675"/>
            <a:ext cx="1203600" cy="279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2"/>
          <p:cNvSpPr txBox="1"/>
          <p:nvPr>
            <p:ph type="title"/>
          </p:nvPr>
        </p:nvSpPr>
        <p:spPr>
          <a:xfrm>
            <a:off x="0" y="1807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</a:t>
            </a:r>
            <a:r>
              <a:rPr lang="en" sz="4800"/>
              <a:t> </a:t>
            </a:r>
            <a:r>
              <a:rPr lang="en" sz="4800">
                <a:solidFill>
                  <a:schemeClr val="dk2"/>
                </a:solidFill>
              </a:rPr>
              <a:t>YOU</a:t>
            </a:r>
            <a:endParaRPr sz="4800"/>
          </a:p>
        </p:txBody>
      </p:sp>
      <p:grpSp>
        <p:nvGrpSpPr>
          <p:cNvPr id="1166" name="Google Shape;1166;p32"/>
          <p:cNvGrpSpPr/>
          <p:nvPr/>
        </p:nvGrpSpPr>
        <p:grpSpPr>
          <a:xfrm rot="1083712">
            <a:off x="7513387" y="818973"/>
            <a:ext cx="1068532" cy="1314472"/>
            <a:chOff x="-6040512" y="733529"/>
            <a:chExt cx="1401404" cy="1723744"/>
          </a:xfrm>
        </p:grpSpPr>
        <p:sp>
          <p:nvSpPr>
            <p:cNvPr id="1167" name="Google Shape;1167;p32"/>
            <p:cNvSpPr/>
            <p:nvPr/>
          </p:nvSpPr>
          <p:spPr>
            <a:xfrm>
              <a:off x="-5035046" y="1440650"/>
              <a:ext cx="28404" cy="21198"/>
            </a:xfrm>
            <a:custGeom>
              <a:rect b="b" l="l" r="r" t="t"/>
              <a:pathLst>
                <a:path extrusionOk="0" h="606" w="812">
                  <a:moveTo>
                    <a:pt x="444" y="0"/>
                  </a:moveTo>
                  <a:cubicBezTo>
                    <a:pt x="0" y="32"/>
                    <a:pt x="69" y="606"/>
                    <a:pt x="305" y="606"/>
                  </a:cubicBezTo>
                  <a:cubicBezTo>
                    <a:pt x="318" y="606"/>
                    <a:pt x="331" y="604"/>
                    <a:pt x="344" y="601"/>
                  </a:cubicBezTo>
                  <a:cubicBezTo>
                    <a:pt x="511" y="601"/>
                    <a:pt x="811" y="67"/>
                    <a:pt x="511" y="0"/>
                  </a:cubicBezTo>
                  <a:close/>
                </a:path>
              </a:pathLst>
            </a:custGeom>
            <a:solidFill>
              <a:srgbClr val="9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2"/>
            <p:cNvSpPr/>
            <p:nvPr/>
          </p:nvSpPr>
          <p:spPr>
            <a:xfrm>
              <a:off x="-4985690" y="1246966"/>
              <a:ext cx="59536" cy="38513"/>
            </a:xfrm>
            <a:custGeom>
              <a:rect b="b" l="l" r="r" t="t"/>
              <a:pathLst>
                <a:path extrusionOk="0" h="1101" w="1702">
                  <a:moveTo>
                    <a:pt x="734" y="0"/>
                  </a:moveTo>
                  <a:cubicBezTo>
                    <a:pt x="467" y="34"/>
                    <a:pt x="0" y="467"/>
                    <a:pt x="267" y="867"/>
                  </a:cubicBezTo>
                  <a:cubicBezTo>
                    <a:pt x="334" y="1001"/>
                    <a:pt x="501" y="1101"/>
                    <a:pt x="668" y="1101"/>
                  </a:cubicBezTo>
                  <a:cubicBezTo>
                    <a:pt x="901" y="1068"/>
                    <a:pt x="1168" y="1001"/>
                    <a:pt x="1401" y="934"/>
                  </a:cubicBezTo>
                  <a:cubicBezTo>
                    <a:pt x="1702" y="867"/>
                    <a:pt x="1635" y="434"/>
                    <a:pt x="1468" y="200"/>
                  </a:cubicBezTo>
                  <a:cubicBezTo>
                    <a:pt x="1368" y="67"/>
                    <a:pt x="1201" y="0"/>
                    <a:pt x="1068" y="0"/>
                  </a:cubicBezTo>
                  <a:close/>
                </a:path>
              </a:pathLst>
            </a:custGeom>
            <a:solidFill>
              <a:srgbClr val="9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2"/>
            <p:cNvSpPr/>
            <p:nvPr/>
          </p:nvSpPr>
          <p:spPr>
            <a:xfrm>
              <a:off x="-5170034" y="1329798"/>
              <a:ext cx="135373" cy="84057"/>
            </a:xfrm>
            <a:custGeom>
              <a:rect b="b" l="l" r="r" t="t"/>
              <a:pathLst>
                <a:path extrusionOk="0" h="2403" w="3870">
                  <a:moveTo>
                    <a:pt x="1234" y="1"/>
                  </a:moveTo>
                  <a:cubicBezTo>
                    <a:pt x="934" y="1"/>
                    <a:pt x="701" y="201"/>
                    <a:pt x="701" y="501"/>
                  </a:cubicBezTo>
                  <a:cubicBezTo>
                    <a:pt x="667" y="935"/>
                    <a:pt x="434" y="834"/>
                    <a:pt x="567" y="1235"/>
                  </a:cubicBezTo>
                  <a:cubicBezTo>
                    <a:pt x="667" y="1668"/>
                    <a:pt x="0" y="1768"/>
                    <a:pt x="100" y="1969"/>
                  </a:cubicBezTo>
                  <a:cubicBezTo>
                    <a:pt x="100" y="2035"/>
                    <a:pt x="133" y="2069"/>
                    <a:pt x="200" y="2069"/>
                  </a:cubicBezTo>
                  <a:cubicBezTo>
                    <a:pt x="211" y="2072"/>
                    <a:pt x="224" y="2074"/>
                    <a:pt x="239" y="2074"/>
                  </a:cubicBezTo>
                  <a:cubicBezTo>
                    <a:pt x="359" y="2074"/>
                    <a:pt x="589" y="1969"/>
                    <a:pt x="767" y="1969"/>
                  </a:cubicBezTo>
                  <a:cubicBezTo>
                    <a:pt x="1067" y="1969"/>
                    <a:pt x="701" y="2369"/>
                    <a:pt x="1067" y="2402"/>
                  </a:cubicBezTo>
                  <a:cubicBezTo>
                    <a:pt x="1434" y="2369"/>
                    <a:pt x="1768" y="2169"/>
                    <a:pt x="2001" y="1902"/>
                  </a:cubicBezTo>
                  <a:cubicBezTo>
                    <a:pt x="2068" y="1768"/>
                    <a:pt x="2202" y="1702"/>
                    <a:pt x="2368" y="1702"/>
                  </a:cubicBezTo>
                  <a:cubicBezTo>
                    <a:pt x="2468" y="1735"/>
                    <a:pt x="2602" y="1768"/>
                    <a:pt x="2702" y="1869"/>
                  </a:cubicBezTo>
                  <a:cubicBezTo>
                    <a:pt x="2902" y="2002"/>
                    <a:pt x="3136" y="2069"/>
                    <a:pt x="3369" y="2069"/>
                  </a:cubicBezTo>
                  <a:cubicBezTo>
                    <a:pt x="3603" y="2069"/>
                    <a:pt x="3803" y="2002"/>
                    <a:pt x="3836" y="1902"/>
                  </a:cubicBezTo>
                  <a:cubicBezTo>
                    <a:pt x="3869" y="1635"/>
                    <a:pt x="3036" y="1535"/>
                    <a:pt x="3069" y="1268"/>
                  </a:cubicBezTo>
                  <a:cubicBezTo>
                    <a:pt x="3136" y="1001"/>
                    <a:pt x="2268" y="801"/>
                    <a:pt x="2001" y="634"/>
                  </a:cubicBezTo>
                  <a:cubicBezTo>
                    <a:pt x="1735" y="468"/>
                    <a:pt x="1301" y="401"/>
                    <a:pt x="1301" y="134"/>
                  </a:cubicBezTo>
                  <a:cubicBezTo>
                    <a:pt x="1334" y="67"/>
                    <a:pt x="1268" y="1"/>
                    <a:pt x="1234" y="1"/>
                  </a:cubicBezTo>
                  <a:close/>
                </a:path>
              </a:pathLst>
            </a:custGeom>
            <a:solidFill>
              <a:srgbClr val="9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2"/>
            <p:cNvSpPr/>
            <p:nvPr/>
          </p:nvSpPr>
          <p:spPr>
            <a:xfrm>
              <a:off x="-5111198" y="1419592"/>
              <a:ext cx="48377" cy="24801"/>
            </a:xfrm>
            <a:custGeom>
              <a:rect b="b" l="l" r="r" t="t"/>
              <a:pathLst>
                <a:path extrusionOk="0" h="709" w="1383">
                  <a:moveTo>
                    <a:pt x="1218" y="0"/>
                  </a:moveTo>
                  <a:cubicBezTo>
                    <a:pt x="884" y="0"/>
                    <a:pt x="1" y="412"/>
                    <a:pt x="386" y="669"/>
                  </a:cubicBezTo>
                  <a:cubicBezTo>
                    <a:pt x="420" y="703"/>
                    <a:pt x="486" y="703"/>
                    <a:pt x="553" y="703"/>
                  </a:cubicBezTo>
                  <a:cubicBezTo>
                    <a:pt x="574" y="706"/>
                    <a:pt x="596" y="708"/>
                    <a:pt x="618" y="708"/>
                  </a:cubicBezTo>
                  <a:cubicBezTo>
                    <a:pt x="973" y="708"/>
                    <a:pt x="1383" y="226"/>
                    <a:pt x="1320" y="69"/>
                  </a:cubicBezTo>
                  <a:cubicBezTo>
                    <a:pt x="1320" y="35"/>
                    <a:pt x="1287" y="2"/>
                    <a:pt x="1253" y="2"/>
                  </a:cubicBezTo>
                  <a:cubicBezTo>
                    <a:pt x="1242" y="1"/>
                    <a:pt x="1231" y="0"/>
                    <a:pt x="1218" y="0"/>
                  </a:cubicBezTo>
                  <a:close/>
                </a:path>
              </a:pathLst>
            </a:custGeom>
            <a:solidFill>
              <a:srgbClr val="9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2"/>
            <p:cNvSpPr/>
            <p:nvPr/>
          </p:nvSpPr>
          <p:spPr>
            <a:xfrm>
              <a:off x="-6040512" y="972128"/>
              <a:ext cx="1401404" cy="1485146"/>
            </a:xfrm>
            <a:custGeom>
              <a:rect b="b" l="l" r="r" t="t"/>
              <a:pathLst>
                <a:path extrusionOk="0" h="42457" w="40063">
                  <a:moveTo>
                    <a:pt x="12136" y="0"/>
                  </a:moveTo>
                  <a:cubicBezTo>
                    <a:pt x="11156" y="0"/>
                    <a:pt x="10239" y="625"/>
                    <a:pt x="9908" y="1619"/>
                  </a:cubicBezTo>
                  <a:lnTo>
                    <a:pt x="368" y="30707"/>
                  </a:lnTo>
                  <a:cubicBezTo>
                    <a:pt x="1" y="31874"/>
                    <a:pt x="568" y="33142"/>
                    <a:pt x="1735" y="33609"/>
                  </a:cubicBezTo>
                  <a:lnTo>
                    <a:pt x="22850" y="42282"/>
                  </a:lnTo>
                  <a:cubicBezTo>
                    <a:pt x="23146" y="42400"/>
                    <a:pt x="23451" y="42456"/>
                    <a:pt x="23749" y="42456"/>
                  </a:cubicBezTo>
                  <a:cubicBezTo>
                    <a:pt x="24628" y="42456"/>
                    <a:pt x="25454" y="41969"/>
                    <a:pt x="25852" y="41148"/>
                  </a:cubicBezTo>
                  <a:lnTo>
                    <a:pt x="39462" y="13728"/>
                  </a:lnTo>
                  <a:cubicBezTo>
                    <a:pt x="40063" y="12494"/>
                    <a:pt x="39495" y="11026"/>
                    <a:pt x="38228" y="10492"/>
                  </a:cubicBezTo>
                  <a:lnTo>
                    <a:pt x="13043" y="185"/>
                  </a:lnTo>
                  <a:cubicBezTo>
                    <a:pt x="12745" y="59"/>
                    <a:pt x="12437" y="0"/>
                    <a:pt x="12136" y="0"/>
                  </a:cubicBezTo>
                  <a:close/>
                </a:path>
              </a:pathLst>
            </a:custGeom>
            <a:solidFill>
              <a:srgbClr val="8CD8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2"/>
            <p:cNvSpPr/>
            <p:nvPr/>
          </p:nvSpPr>
          <p:spPr>
            <a:xfrm>
              <a:off x="-5760462" y="1183232"/>
              <a:ext cx="927670" cy="754169"/>
            </a:xfrm>
            <a:custGeom>
              <a:rect b="b" l="l" r="r" t="t"/>
              <a:pathLst>
                <a:path extrusionOk="0" h="21560" w="26520">
                  <a:moveTo>
                    <a:pt x="5634" y="0"/>
                  </a:moveTo>
                  <a:cubicBezTo>
                    <a:pt x="4898" y="0"/>
                    <a:pt x="4203" y="464"/>
                    <a:pt x="3970" y="1188"/>
                  </a:cubicBezTo>
                  <a:lnTo>
                    <a:pt x="301" y="12096"/>
                  </a:lnTo>
                  <a:cubicBezTo>
                    <a:pt x="0" y="12963"/>
                    <a:pt x="434" y="13897"/>
                    <a:pt x="1268" y="14264"/>
                  </a:cubicBezTo>
                  <a:lnTo>
                    <a:pt x="18814" y="21436"/>
                  </a:lnTo>
                  <a:cubicBezTo>
                    <a:pt x="19022" y="21520"/>
                    <a:pt x="19239" y="21559"/>
                    <a:pt x="19453" y="21559"/>
                  </a:cubicBezTo>
                  <a:cubicBezTo>
                    <a:pt x="20096" y="21559"/>
                    <a:pt x="20715" y="21203"/>
                    <a:pt x="21015" y="20602"/>
                  </a:cubicBezTo>
                  <a:lnTo>
                    <a:pt x="26052" y="10262"/>
                  </a:lnTo>
                  <a:cubicBezTo>
                    <a:pt x="26519" y="9328"/>
                    <a:pt x="26086" y="8260"/>
                    <a:pt x="25152" y="7860"/>
                  </a:cubicBezTo>
                  <a:lnTo>
                    <a:pt x="6271" y="121"/>
                  </a:lnTo>
                  <a:cubicBezTo>
                    <a:pt x="6062" y="39"/>
                    <a:pt x="5846" y="0"/>
                    <a:pt x="5634" y="0"/>
                  </a:cubicBez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2"/>
            <p:cNvSpPr/>
            <p:nvPr/>
          </p:nvSpPr>
          <p:spPr>
            <a:xfrm>
              <a:off x="-5649610" y="1299471"/>
              <a:ext cx="550760" cy="479611"/>
            </a:xfrm>
            <a:custGeom>
              <a:rect b="b" l="l" r="r" t="t"/>
              <a:pathLst>
                <a:path extrusionOk="0" h="13711" w="15745">
                  <a:moveTo>
                    <a:pt x="10875" y="0"/>
                  </a:moveTo>
                  <a:lnTo>
                    <a:pt x="0" y="11709"/>
                  </a:lnTo>
                  <a:lnTo>
                    <a:pt x="4870" y="13710"/>
                  </a:lnTo>
                  <a:lnTo>
                    <a:pt x="15745" y="2002"/>
                  </a:lnTo>
                  <a:lnTo>
                    <a:pt x="10875" y="0"/>
                  </a:ln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2"/>
            <p:cNvSpPr/>
            <p:nvPr/>
          </p:nvSpPr>
          <p:spPr>
            <a:xfrm>
              <a:off x="-5408073" y="1398639"/>
              <a:ext cx="490105" cy="453935"/>
            </a:xfrm>
            <a:custGeom>
              <a:rect b="b" l="l" r="r" t="t"/>
              <a:pathLst>
                <a:path extrusionOk="0" h="12977" w="14011">
                  <a:moveTo>
                    <a:pt x="10875" y="1"/>
                  </a:moveTo>
                  <a:lnTo>
                    <a:pt x="0" y="11709"/>
                  </a:lnTo>
                  <a:lnTo>
                    <a:pt x="3136" y="12977"/>
                  </a:lnTo>
                  <a:lnTo>
                    <a:pt x="14010" y="1268"/>
                  </a:lnTo>
                  <a:lnTo>
                    <a:pt x="10875" y="1"/>
                  </a:ln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2"/>
            <p:cNvSpPr/>
            <p:nvPr/>
          </p:nvSpPr>
          <p:spPr>
            <a:xfrm>
              <a:off x="-5632120" y="1905044"/>
              <a:ext cx="262560" cy="252066"/>
            </a:xfrm>
            <a:custGeom>
              <a:rect b="b" l="l" r="r" t="t"/>
              <a:pathLst>
                <a:path extrusionOk="0" h="7206" w="7506">
                  <a:moveTo>
                    <a:pt x="2035" y="1"/>
                  </a:moveTo>
                  <a:lnTo>
                    <a:pt x="1" y="4971"/>
                  </a:lnTo>
                  <a:lnTo>
                    <a:pt x="5471" y="7206"/>
                  </a:lnTo>
                  <a:lnTo>
                    <a:pt x="7506" y="2236"/>
                  </a:lnTo>
                  <a:lnTo>
                    <a:pt x="2035" y="1"/>
                  </a:ln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2"/>
            <p:cNvSpPr/>
            <p:nvPr/>
          </p:nvSpPr>
          <p:spPr>
            <a:xfrm>
              <a:off x="-5385931" y="2006556"/>
              <a:ext cx="271935" cy="248988"/>
            </a:xfrm>
            <a:custGeom>
              <a:rect b="b" l="l" r="r" t="t"/>
              <a:pathLst>
                <a:path extrusionOk="0" h="7118" w="7774">
                  <a:moveTo>
                    <a:pt x="2036" y="1"/>
                  </a:moveTo>
                  <a:lnTo>
                    <a:pt x="1" y="4938"/>
                  </a:lnTo>
                  <a:lnTo>
                    <a:pt x="5171" y="7072"/>
                  </a:lnTo>
                  <a:cubicBezTo>
                    <a:pt x="5255" y="7103"/>
                    <a:pt x="5344" y="7118"/>
                    <a:pt x="5433" y="7118"/>
                  </a:cubicBezTo>
                  <a:cubicBezTo>
                    <a:pt x="5734" y="7118"/>
                    <a:pt x="6036" y="6948"/>
                    <a:pt x="6139" y="6639"/>
                  </a:cubicBezTo>
                  <a:lnTo>
                    <a:pt x="7606" y="3070"/>
                  </a:lnTo>
                  <a:cubicBezTo>
                    <a:pt x="7773" y="2703"/>
                    <a:pt x="7573" y="2269"/>
                    <a:pt x="7206" y="2102"/>
                  </a:cubicBezTo>
                  <a:lnTo>
                    <a:pt x="2036" y="1"/>
                  </a:ln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2"/>
            <p:cNvSpPr/>
            <p:nvPr/>
          </p:nvSpPr>
          <p:spPr>
            <a:xfrm>
              <a:off x="-5886495" y="1807135"/>
              <a:ext cx="270745" cy="249652"/>
            </a:xfrm>
            <a:custGeom>
              <a:rect b="b" l="l" r="r" t="t"/>
              <a:pathLst>
                <a:path extrusionOk="0" h="7137" w="7740">
                  <a:moveTo>
                    <a:pt x="2289" y="0"/>
                  </a:moveTo>
                  <a:cubicBezTo>
                    <a:pt x="1995" y="0"/>
                    <a:pt x="1725" y="168"/>
                    <a:pt x="1602" y="465"/>
                  </a:cubicBezTo>
                  <a:lnTo>
                    <a:pt x="134" y="4034"/>
                  </a:lnTo>
                  <a:cubicBezTo>
                    <a:pt x="1" y="4401"/>
                    <a:pt x="168" y="4868"/>
                    <a:pt x="568" y="5001"/>
                  </a:cubicBezTo>
                  <a:lnTo>
                    <a:pt x="5738" y="7136"/>
                  </a:lnTo>
                  <a:lnTo>
                    <a:pt x="7740" y="2166"/>
                  </a:lnTo>
                  <a:lnTo>
                    <a:pt x="2603" y="64"/>
                  </a:lnTo>
                  <a:cubicBezTo>
                    <a:pt x="2498" y="21"/>
                    <a:pt x="2392" y="0"/>
                    <a:pt x="2289" y="0"/>
                  </a:cubicBezTo>
                  <a:close/>
                </a:path>
              </a:pathLst>
            </a:custGeom>
            <a:solidFill>
              <a:srgbClr val="103C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2"/>
            <p:cNvSpPr/>
            <p:nvPr/>
          </p:nvSpPr>
          <p:spPr>
            <a:xfrm>
              <a:off x="-5305407" y="1103443"/>
              <a:ext cx="297575" cy="175040"/>
            </a:xfrm>
            <a:custGeom>
              <a:rect b="b" l="l" r="r" t="t"/>
              <a:pathLst>
                <a:path extrusionOk="0" h="5004" w="8507">
                  <a:moveTo>
                    <a:pt x="734" y="0"/>
                  </a:moveTo>
                  <a:lnTo>
                    <a:pt x="1" y="1802"/>
                  </a:lnTo>
                  <a:lnTo>
                    <a:pt x="7773" y="5004"/>
                  </a:lnTo>
                  <a:lnTo>
                    <a:pt x="8507" y="3203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53A2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2"/>
            <p:cNvSpPr/>
            <p:nvPr/>
          </p:nvSpPr>
          <p:spPr>
            <a:xfrm>
              <a:off x="-5238910" y="733529"/>
              <a:ext cx="350115" cy="464464"/>
            </a:xfrm>
            <a:custGeom>
              <a:rect b="b" l="l" r="r" t="t"/>
              <a:pathLst>
                <a:path extrusionOk="0" h="13278" w="10009">
                  <a:moveTo>
                    <a:pt x="4538" y="1"/>
                  </a:moveTo>
                  <a:lnTo>
                    <a:pt x="1" y="11042"/>
                  </a:lnTo>
                  <a:lnTo>
                    <a:pt x="5472" y="13277"/>
                  </a:lnTo>
                  <a:lnTo>
                    <a:pt x="10008" y="2236"/>
                  </a:lnTo>
                  <a:lnTo>
                    <a:pt x="4538" y="1"/>
                  </a:lnTo>
                  <a:close/>
                </a:path>
              </a:pathLst>
            </a:custGeom>
            <a:solidFill>
              <a:srgbClr val="F6EF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0" name="Google Shape;1180;p32"/>
          <p:cNvGrpSpPr/>
          <p:nvPr/>
        </p:nvGrpSpPr>
        <p:grpSpPr>
          <a:xfrm>
            <a:off x="6499458" y="1750542"/>
            <a:ext cx="1308986" cy="3623752"/>
            <a:chOff x="6358316" y="756641"/>
            <a:chExt cx="1667923" cy="4618010"/>
          </a:xfrm>
        </p:grpSpPr>
        <p:grpSp>
          <p:nvGrpSpPr>
            <p:cNvPr id="1181" name="Google Shape;1181;p32"/>
            <p:cNvGrpSpPr/>
            <p:nvPr/>
          </p:nvGrpSpPr>
          <p:grpSpPr>
            <a:xfrm flipH="1">
              <a:off x="6363558" y="756641"/>
              <a:ext cx="1662681" cy="4618010"/>
              <a:chOff x="1183630" y="885542"/>
              <a:chExt cx="1787637" cy="4965068"/>
            </a:xfrm>
          </p:grpSpPr>
          <p:sp>
            <p:nvSpPr>
              <p:cNvPr id="1182" name="Google Shape;1182;p32"/>
              <p:cNvSpPr/>
              <p:nvPr/>
            </p:nvSpPr>
            <p:spPr>
              <a:xfrm>
                <a:off x="2034070" y="2216492"/>
                <a:ext cx="21870" cy="32758"/>
              </a:xfrm>
              <a:custGeom>
                <a:rect b="b" l="l" r="r" t="t"/>
                <a:pathLst>
                  <a:path extrusionOk="0" h="1041" w="695">
                    <a:moveTo>
                      <a:pt x="537" y="1"/>
                    </a:moveTo>
                    <a:cubicBezTo>
                      <a:pt x="459" y="1"/>
                      <a:pt x="441" y="153"/>
                      <a:pt x="228" y="305"/>
                    </a:cubicBezTo>
                    <a:cubicBezTo>
                      <a:pt x="0" y="435"/>
                      <a:pt x="216" y="1040"/>
                      <a:pt x="443" y="1040"/>
                    </a:cubicBezTo>
                    <a:cubicBezTo>
                      <a:pt x="449" y="1040"/>
                      <a:pt x="455" y="1040"/>
                      <a:pt x="461" y="1039"/>
                    </a:cubicBezTo>
                    <a:cubicBezTo>
                      <a:pt x="695" y="972"/>
                      <a:pt x="661" y="5"/>
                      <a:pt x="561" y="5"/>
                    </a:cubicBezTo>
                    <a:cubicBezTo>
                      <a:pt x="552" y="2"/>
                      <a:pt x="545" y="1"/>
                      <a:pt x="537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32"/>
              <p:cNvSpPr/>
              <p:nvPr/>
            </p:nvSpPr>
            <p:spPr>
              <a:xfrm>
                <a:off x="1927616" y="2281850"/>
                <a:ext cx="18755" cy="11423"/>
              </a:xfrm>
              <a:custGeom>
                <a:rect b="b" l="l" r="r" t="t"/>
                <a:pathLst>
                  <a:path extrusionOk="0" h="363" w="596">
                    <a:moveTo>
                      <a:pt x="447" y="0"/>
                    </a:moveTo>
                    <a:cubicBezTo>
                      <a:pt x="273" y="0"/>
                      <a:pt x="1" y="214"/>
                      <a:pt x="75" y="263"/>
                    </a:cubicBezTo>
                    <a:cubicBezTo>
                      <a:pt x="179" y="328"/>
                      <a:pt x="284" y="363"/>
                      <a:pt x="370" y="363"/>
                    </a:cubicBezTo>
                    <a:cubicBezTo>
                      <a:pt x="504" y="363"/>
                      <a:pt x="595" y="279"/>
                      <a:pt x="575" y="96"/>
                    </a:cubicBezTo>
                    <a:cubicBezTo>
                      <a:pt x="558" y="27"/>
                      <a:pt x="509" y="0"/>
                      <a:pt x="447" y="0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32"/>
              <p:cNvSpPr/>
              <p:nvPr/>
            </p:nvSpPr>
            <p:spPr>
              <a:xfrm>
                <a:off x="2284615" y="2367536"/>
                <a:ext cx="52551" cy="11958"/>
              </a:xfrm>
              <a:custGeom>
                <a:rect b="b" l="l" r="r" t="t"/>
                <a:pathLst>
                  <a:path extrusionOk="0" h="380" w="1670">
                    <a:moveTo>
                      <a:pt x="315" y="1"/>
                    </a:moveTo>
                    <a:cubicBezTo>
                      <a:pt x="161" y="1"/>
                      <a:pt x="0" y="149"/>
                      <a:pt x="105" y="175"/>
                    </a:cubicBezTo>
                    <a:cubicBezTo>
                      <a:pt x="371" y="275"/>
                      <a:pt x="638" y="342"/>
                      <a:pt x="905" y="375"/>
                    </a:cubicBezTo>
                    <a:cubicBezTo>
                      <a:pt x="935" y="378"/>
                      <a:pt x="966" y="380"/>
                      <a:pt x="996" y="380"/>
                    </a:cubicBezTo>
                    <a:cubicBezTo>
                      <a:pt x="1312" y="380"/>
                      <a:pt x="1669" y="236"/>
                      <a:pt x="1639" y="175"/>
                    </a:cubicBezTo>
                    <a:cubicBezTo>
                      <a:pt x="1639" y="146"/>
                      <a:pt x="1622" y="136"/>
                      <a:pt x="1594" y="136"/>
                    </a:cubicBezTo>
                    <a:cubicBezTo>
                      <a:pt x="1547" y="136"/>
                      <a:pt x="1472" y="161"/>
                      <a:pt x="1400" y="161"/>
                    </a:cubicBezTo>
                    <a:cubicBezTo>
                      <a:pt x="1367" y="161"/>
                      <a:pt x="1335" y="156"/>
                      <a:pt x="1305" y="142"/>
                    </a:cubicBezTo>
                    <a:cubicBezTo>
                      <a:pt x="1261" y="108"/>
                      <a:pt x="1168" y="101"/>
                      <a:pt x="1058" y="101"/>
                    </a:cubicBezTo>
                    <a:cubicBezTo>
                      <a:pt x="970" y="101"/>
                      <a:pt x="871" y="106"/>
                      <a:pt x="777" y="106"/>
                    </a:cubicBezTo>
                    <a:cubicBezTo>
                      <a:pt x="636" y="106"/>
                      <a:pt x="505" y="95"/>
                      <a:pt x="438" y="42"/>
                    </a:cubicBezTo>
                    <a:cubicBezTo>
                      <a:pt x="402" y="13"/>
                      <a:pt x="359" y="1"/>
                      <a:pt x="315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32"/>
              <p:cNvSpPr/>
              <p:nvPr/>
            </p:nvSpPr>
            <p:spPr>
              <a:xfrm>
                <a:off x="2435879" y="2363508"/>
                <a:ext cx="44652" cy="22814"/>
              </a:xfrm>
              <a:custGeom>
                <a:rect b="b" l="l" r="r" t="t"/>
                <a:pathLst>
                  <a:path extrusionOk="0" h="725" w="1419">
                    <a:moveTo>
                      <a:pt x="1355" y="0"/>
                    </a:moveTo>
                    <a:cubicBezTo>
                      <a:pt x="1333" y="0"/>
                      <a:pt x="1303" y="11"/>
                      <a:pt x="1268" y="36"/>
                    </a:cubicBezTo>
                    <a:cubicBezTo>
                      <a:pt x="1035" y="203"/>
                      <a:pt x="768" y="270"/>
                      <a:pt x="501" y="270"/>
                    </a:cubicBezTo>
                    <a:cubicBezTo>
                      <a:pt x="134" y="270"/>
                      <a:pt x="1" y="537"/>
                      <a:pt x="234" y="670"/>
                    </a:cubicBezTo>
                    <a:cubicBezTo>
                      <a:pt x="304" y="709"/>
                      <a:pt x="382" y="724"/>
                      <a:pt x="462" y="724"/>
                    </a:cubicBezTo>
                    <a:cubicBezTo>
                      <a:pt x="726" y="724"/>
                      <a:pt x="1002" y="555"/>
                      <a:pt x="1002" y="503"/>
                    </a:cubicBezTo>
                    <a:cubicBezTo>
                      <a:pt x="1002" y="403"/>
                      <a:pt x="1102" y="203"/>
                      <a:pt x="1268" y="136"/>
                    </a:cubicBezTo>
                    <a:cubicBezTo>
                      <a:pt x="1417" y="87"/>
                      <a:pt x="1419" y="0"/>
                      <a:pt x="1355" y="0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32"/>
              <p:cNvSpPr/>
              <p:nvPr/>
            </p:nvSpPr>
            <p:spPr>
              <a:xfrm>
                <a:off x="1704259" y="1937501"/>
                <a:ext cx="88203" cy="90217"/>
              </a:xfrm>
              <a:custGeom>
                <a:rect b="b" l="l" r="r" t="t"/>
                <a:pathLst>
                  <a:path extrusionOk="0" h="2867" w="2803">
                    <a:moveTo>
                      <a:pt x="2208" y="1"/>
                    </a:moveTo>
                    <a:cubicBezTo>
                      <a:pt x="2028" y="1"/>
                      <a:pt x="1848" y="198"/>
                      <a:pt x="1669" y="198"/>
                    </a:cubicBezTo>
                    <a:lnTo>
                      <a:pt x="1602" y="198"/>
                    </a:lnTo>
                    <a:cubicBezTo>
                      <a:pt x="1505" y="157"/>
                      <a:pt x="1397" y="132"/>
                      <a:pt x="1301" y="132"/>
                    </a:cubicBezTo>
                    <a:cubicBezTo>
                      <a:pt x="1166" y="132"/>
                      <a:pt x="1055" y="181"/>
                      <a:pt x="1035" y="298"/>
                    </a:cubicBezTo>
                    <a:cubicBezTo>
                      <a:pt x="1035" y="498"/>
                      <a:pt x="1302" y="432"/>
                      <a:pt x="1302" y="565"/>
                    </a:cubicBezTo>
                    <a:cubicBezTo>
                      <a:pt x="1302" y="698"/>
                      <a:pt x="1035" y="665"/>
                      <a:pt x="868" y="798"/>
                    </a:cubicBezTo>
                    <a:cubicBezTo>
                      <a:pt x="821" y="830"/>
                      <a:pt x="775" y="841"/>
                      <a:pt x="728" y="841"/>
                    </a:cubicBezTo>
                    <a:cubicBezTo>
                      <a:pt x="612" y="841"/>
                      <a:pt x="496" y="773"/>
                      <a:pt x="380" y="773"/>
                    </a:cubicBezTo>
                    <a:cubicBezTo>
                      <a:pt x="342" y="773"/>
                      <a:pt x="305" y="780"/>
                      <a:pt x="268" y="798"/>
                    </a:cubicBezTo>
                    <a:cubicBezTo>
                      <a:pt x="68" y="865"/>
                      <a:pt x="468" y="999"/>
                      <a:pt x="335" y="1199"/>
                    </a:cubicBezTo>
                    <a:cubicBezTo>
                      <a:pt x="201" y="1399"/>
                      <a:pt x="335" y="1399"/>
                      <a:pt x="601" y="1599"/>
                    </a:cubicBezTo>
                    <a:cubicBezTo>
                      <a:pt x="835" y="1799"/>
                      <a:pt x="435" y="1833"/>
                      <a:pt x="435" y="2066"/>
                    </a:cubicBezTo>
                    <a:cubicBezTo>
                      <a:pt x="435" y="2300"/>
                      <a:pt x="134" y="2266"/>
                      <a:pt x="68" y="2433"/>
                    </a:cubicBezTo>
                    <a:cubicBezTo>
                      <a:pt x="1" y="2566"/>
                      <a:pt x="335" y="2867"/>
                      <a:pt x="635" y="2867"/>
                    </a:cubicBezTo>
                    <a:cubicBezTo>
                      <a:pt x="968" y="2833"/>
                      <a:pt x="1302" y="2700"/>
                      <a:pt x="1569" y="2466"/>
                    </a:cubicBezTo>
                    <a:cubicBezTo>
                      <a:pt x="1667" y="2368"/>
                      <a:pt x="1752" y="2342"/>
                      <a:pt x="1832" y="2342"/>
                    </a:cubicBezTo>
                    <a:cubicBezTo>
                      <a:pt x="1919" y="2342"/>
                      <a:pt x="2000" y="2373"/>
                      <a:pt x="2086" y="2373"/>
                    </a:cubicBezTo>
                    <a:cubicBezTo>
                      <a:pt x="2134" y="2373"/>
                      <a:pt x="2183" y="2363"/>
                      <a:pt x="2236" y="2333"/>
                    </a:cubicBezTo>
                    <a:cubicBezTo>
                      <a:pt x="2503" y="2199"/>
                      <a:pt x="2336" y="1232"/>
                      <a:pt x="2236" y="1032"/>
                    </a:cubicBezTo>
                    <a:cubicBezTo>
                      <a:pt x="2236" y="1032"/>
                      <a:pt x="2236" y="999"/>
                      <a:pt x="2236" y="965"/>
                    </a:cubicBezTo>
                    <a:cubicBezTo>
                      <a:pt x="2269" y="865"/>
                      <a:pt x="2536" y="832"/>
                      <a:pt x="2670" y="698"/>
                    </a:cubicBezTo>
                    <a:cubicBezTo>
                      <a:pt x="2803" y="565"/>
                      <a:pt x="2569" y="265"/>
                      <a:pt x="2369" y="65"/>
                    </a:cubicBezTo>
                    <a:cubicBezTo>
                      <a:pt x="2315" y="18"/>
                      <a:pt x="2262" y="1"/>
                      <a:pt x="2208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32"/>
              <p:cNvSpPr/>
              <p:nvPr/>
            </p:nvSpPr>
            <p:spPr>
              <a:xfrm>
                <a:off x="1760303" y="1858329"/>
                <a:ext cx="18534" cy="16143"/>
              </a:xfrm>
              <a:custGeom>
                <a:rect b="b" l="l" r="r" t="t"/>
                <a:pathLst>
                  <a:path extrusionOk="0" h="513" w="589">
                    <a:moveTo>
                      <a:pt x="486" y="1"/>
                    </a:moveTo>
                    <a:cubicBezTo>
                      <a:pt x="330" y="1"/>
                      <a:pt x="1" y="512"/>
                      <a:pt x="155" y="512"/>
                    </a:cubicBezTo>
                    <a:cubicBezTo>
                      <a:pt x="288" y="512"/>
                      <a:pt x="588" y="112"/>
                      <a:pt x="522" y="12"/>
                    </a:cubicBezTo>
                    <a:cubicBezTo>
                      <a:pt x="511" y="4"/>
                      <a:pt x="500" y="1"/>
                      <a:pt x="486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2"/>
              <p:cNvSpPr/>
              <p:nvPr/>
            </p:nvSpPr>
            <p:spPr>
              <a:xfrm>
                <a:off x="1766219" y="1847410"/>
                <a:ext cx="154065" cy="215710"/>
              </a:xfrm>
              <a:custGeom>
                <a:rect b="b" l="l" r="r" t="t"/>
                <a:pathLst>
                  <a:path extrusionOk="0" h="6855" w="4896">
                    <a:moveTo>
                      <a:pt x="2055" y="1"/>
                    </a:moveTo>
                    <a:cubicBezTo>
                      <a:pt x="1988" y="1"/>
                      <a:pt x="1951" y="170"/>
                      <a:pt x="1868" y="226"/>
                    </a:cubicBezTo>
                    <a:cubicBezTo>
                      <a:pt x="1768" y="259"/>
                      <a:pt x="1668" y="276"/>
                      <a:pt x="1568" y="276"/>
                    </a:cubicBezTo>
                    <a:cubicBezTo>
                      <a:pt x="1468" y="276"/>
                      <a:pt x="1368" y="259"/>
                      <a:pt x="1268" y="226"/>
                    </a:cubicBezTo>
                    <a:cubicBezTo>
                      <a:pt x="1256" y="224"/>
                      <a:pt x="1245" y="224"/>
                      <a:pt x="1234" y="224"/>
                    </a:cubicBezTo>
                    <a:cubicBezTo>
                      <a:pt x="992" y="224"/>
                      <a:pt x="902" y="565"/>
                      <a:pt x="934" y="693"/>
                    </a:cubicBezTo>
                    <a:cubicBezTo>
                      <a:pt x="934" y="859"/>
                      <a:pt x="634" y="960"/>
                      <a:pt x="667" y="1093"/>
                    </a:cubicBezTo>
                    <a:cubicBezTo>
                      <a:pt x="719" y="1170"/>
                      <a:pt x="670" y="1248"/>
                      <a:pt x="600" y="1248"/>
                    </a:cubicBezTo>
                    <a:cubicBezTo>
                      <a:pt x="579" y="1248"/>
                      <a:pt x="556" y="1241"/>
                      <a:pt x="534" y="1226"/>
                    </a:cubicBezTo>
                    <a:cubicBezTo>
                      <a:pt x="483" y="1176"/>
                      <a:pt x="394" y="1048"/>
                      <a:pt x="281" y="1048"/>
                    </a:cubicBezTo>
                    <a:cubicBezTo>
                      <a:pt x="245" y="1048"/>
                      <a:pt x="207" y="1061"/>
                      <a:pt x="167" y="1093"/>
                    </a:cubicBezTo>
                    <a:cubicBezTo>
                      <a:pt x="0" y="1226"/>
                      <a:pt x="367" y="1393"/>
                      <a:pt x="600" y="1427"/>
                    </a:cubicBezTo>
                    <a:cubicBezTo>
                      <a:pt x="801" y="1460"/>
                      <a:pt x="434" y="1593"/>
                      <a:pt x="367" y="1860"/>
                    </a:cubicBezTo>
                    <a:cubicBezTo>
                      <a:pt x="334" y="2094"/>
                      <a:pt x="667" y="1960"/>
                      <a:pt x="667" y="2127"/>
                    </a:cubicBezTo>
                    <a:cubicBezTo>
                      <a:pt x="667" y="2294"/>
                      <a:pt x="200" y="2327"/>
                      <a:pt x="200" y="2461"/>
                    </a:cubicBezTo>
                    <a:cubicBezTo>
                      <a:pt x="200" y="2503"/>
                      <a:pt x="217" y="2520"/>
                      <a:pt x="245" y="2520"/>
                    </a:cubicBezTo>
                    <a:cubicBezTo>
                      <a:pt x="327" y="2520"/>
                      <a:pt x="501" y="2377"/>
                      <a:pt x="600" y="2327"/>
                    </a:cubicBezTo>
                    <a:cubicBezTo>
                      <a:pt x="609" y="2323"/>
                      <a:pt x="617" y="2321"/>
                      <a:pt x="623" y="2321"/>
                    </a:cubicBezTo>
                    <a:cubicBezTo>
                      <a:pt x="703" y="2321"/>
                      <a:pt x="575" y="2667"/>
                      <a:pt x="780" y="2667"/>
                    </a:cubicBezTo>
                    <a:cubicBezTo>
                      <a:pt x="796" y="2667"/>
                      <a:pt x="814" y="2665"/>
                      <a:pt x="834" y="2661"/>
                    </a:cubicBezTo>
                    <a:cubicBezTo>
                      <a:pt x="1122" y="2629"/>
                      <a:pt x="1041" y="2258"/>
                      <a:pt x="1123" y="2258"/>
                    </a:cubicBezTo>
                    <a:cubicBezTo>
                      <a:pt x="1127" y="2258"/>
                      <a:pt x="1130" y="2259"/>
                      <a:pt x="1134" y="2260"/>
                    </a:cubicBezTo>
                    <a:cubicBezTo>
                      <a:pt x="1268" y="2294"/>
                      <a:pt x="1101" y="2461"/>
                      <a:pt x="1201" y="2627"/>
                    </a:cubicBezTo>
                    <a:cubicBezTo>
                      <a:pt x="1268" y="2794"/>
                      <a:pt x="967" y="3061"/>
                      <a:pt x="1001" y="3194"/>
                    </a:cubicBezTo>
                    <a:cubicBezTo>
                      <a:pt x="1001" y="3254"/>
                      <a:pt x="1122" y="3287"/>
                      <a:pt x="1274" y="3287"/>
                    </a:cubicBezTo>
                    <a:cubicBezTo>
                      <a:pt x="1460" y="3287"/>
                      <a:pt x="1691" y="3238"/>
                      <a:pt x="1801" y="3128"/>
                    </a:cubicBezTo>
                    <a:cubicBezTo>
                      <a:pt x="1851" y="3068"/>
                      <a:pt x="1895" y="3044"/>
                      <a:pt x="1928" y="3044"/>
                    </a:cubicBezTo>
                    <a:cubicBezTo>
                      <a:pt x="2007" y="3044"/>
                      <a:pt x="2028" y="3177"/>
                      <a:pt x="1935" y="3295"/>
                    </a:cubicBezTo>
                    <a:cubicBezTo>
                      <a:pt x="1801" y="3395"/>
                      <a:pt x="1868" y="3595"/>
                      <a:pt x="2035" y="3628"/>
                    </a:cubicBezTo>
                    <a:cubicBezTo>
                      <a:pt x="2202" y="3695"/>
                      <a:pt x="2235" y="3695"/>
                      <a:pt x="2168" y="3828"/>
                    </a:cubicBezTo>
                    <a:cubicBezTo>
                      <a:pt x="2102" y="3962"/>
                      <a:pt x="2168" y="4195"/>
                      <a:pt x="2135" y="4329"/>
                    </a:cubicBezTo>
                    <a:cubicBezTo>
                      <a:pt x="2098" y="4384"/>
                      <a:pt x="1930" y="4408"/>
                      <a:pt x="1786" y="4408"/>
                    </a:cubicBezTo>
                    <a:cubicBezTo>
                      <a:pt x="1669" y="4408"/>
                      <a:pt x="1568" y="4392"/>
                      <a:pt x="1568" y="4362"/>
                    </a:cubicBezTo>
                    <a:cubicBezTo>
                      <a:pt x="1556" y="4327"/>
                      <a:pt x="1524" y="4312"/>
                      <a:pt x="1491" y="4312"/>
                    </a:cubicBezTo>
                    <a:cubicBezTo>
                      <a:pt x="1427" y="4312"/>
                      <a:pt x="1358" y="4363"/>
                      <a:pt x="1401" y="4429"/>
                    </a:cubicBezTo>
                    <a:cubicBezTo>
                      <a:pt x="1434" y="4562"/>
                      <a:pt x="1201" y="4662"/>
                      <a:pt x="1234" y="4762"/>
                    </a:cubicBezTo>
                    <a:cubicBezTo>
                      <a:pt x="1234" y="4896"/>
                      <a:pt x="1534" y="4862"/>
                      <a:pt x="1534" y="4996"/>
                    </a:cubicBezTo>
                    <a:cubicBezTo>
                      <a:pt x="1568" y="5129"/>
                      <a:pt x="1334" y="5263"/>
                      <a:pt x="1034" y="5363"/>
                    </a:cubicBezTo>
                    <a:cubicBezTo>
                      <a:pt x="757" y="5446"/>
                      <a:pt x="986" y="5621"/>
                      <a:pt x="1148" y="5621"/>
                    </a:cubicBezTo>
                    <a:cubicBezTo>
                      <a:pt x="1181" y="5621"/>
                      <a:pt x="1212" y="5613"/>
                      <a:pt x="1234" y="5596"/>
                    </a:cubicBezTo>
                    <a:cubicBezTo>
                      <a:pt x="1265" y="5573"/>
                      <a:pt x="1287" y="5564"/>
                      <a:pt x="1305" y="5564"/>
                    </a:cubicBezTo>
                    <a:cubicBezTo>
                      <a:pt x="1366" y="5564"/>
                      <a:pt x="1388" y="5663"/>
                      <a:pt x="1568" y="5663"/>
                    </a:cubicBezTo>
                    <a:cubicBezTo>
                      <a:pt x="1735" y="5663"/>
                      <a:pt x="1855" y="5779"/>
                      <a:pt x="2026" y="5779"/>
                    </a:cubicBezTo>
                    <a:cubicBezTo>
                      <a:pt x="2060" y="5779"/>
                      <a:pt x="2096" y="5774"/>
                      <a:pt x="2135" y="5763"/>
                    </a:cubicBezTo>
                    <a:cubicBezTo>
                      <a:pt x="2201" y="5735"/>
                      <a:pt x="2249" y="5722"/>
                      <a:pt x="2279" y="5722"/>
                    </a:cubicBezTo>
                    <a:cubicBezTo>
                      <a:pt x="2355" y="5722"/>
                      <a:pt x="2321" y="5801"/>
                      <a:pt x="2202" y="5896"/>
                    </a:cubicBezTo>
                    <a:cubicBezTo>
                      <a:pt x="2128" y="5946"/>
                      <a:pt x="2045" y="5959"/>
                      <a:pt x="1961" y="5959"/>
                    </a:cubicBezTo>
                    <a:cubicBezTo>
                      <a:pt x="1869" y="5959"/>
                      <a:pt x="1777" y="5943"/>
                      <a:pt x="1695" y="5943"/>
                    </a:cubicBezTo>
                    <a:cubicBezTo>
                      <a:pt x="1649" y="5943"/>
                      <a:pt x="1606" y="5948"/>
                      <a:pt x="1568" y="5963"/>
                    </a:cubicBezTo>
                    <a:cubicBezTo>
                      <a:pt x="1401" y="6063"/>
                      <a:pt x="734" y="6697"/>
                      <a:pt x="867" y="6830"/>
                    </a:cubicBezTo>
                    <a:cubicBezTo>
                      <a:pt x="879" y="6847"/>
                      <a:pt x="891" y="6855"/>
                      <a:pt x="905" y="6855"/>
                    </a:cubicBezTo>
                    <a:cubicBezTo>
                      <a:pt x="973" y="6855"/>
                      <a:pt x="1080" y="6680"/>
                      <a:pt x="1301" y="6597"/>
                    </a:cubicBezTo>
                    <a:cubicBezTo>
                      <a:pt x="1354" y="6574"/>
                      <a:pt x="1396" y="6565"/>
                      <a:pt x="1432" y="6565"/>
                    </a:cubicBezTo>
                    <a:cubicBezTo>
                      <a:pt x="1555" y="6565"/>
                      <a:pt x="1598" y="6671"/>
                      <a:pt x="1701" y="6697"/>
                    </a:cubicBezTo>
                    <a:cubicBezTo>
                      <a:pt x="1827" y="6697"/>
                      <a:pt x="1834" y="6461"/>
                      <a:pt x="1946" y="6461"/>
                    </a:cubicBezTo>
                    <a:cubicBezTo>
                      <a:pt x="1953" y="6461"/>
                      <a:pt x="1960" y="6462"/>
                      <a:pt x="1968" y="6463"/>
                    </a:cubicBezTo>
                    <a:cubicBezTo>
                      <a:pt x="2054" y="6463"/>
                      <a:pt x="2140" y="6390"/>
                      <a:pt x="2288" y="6390"/>
                    </a:cubicBezTo>
                    <a:cubicBezTo>
                      <a:pt x="2313" y="6390"/>
                      <a:pt x="2340" y="6392"/>
                      <a:pt x="2368" y="6397"/>
                    </a:cubicBezTo>
                    <a:cubicBezTo>
                      <a:pt x="2398" y="6403"/>
                      <a:pt x="2426" y="6405"/>
                      <a:pt x="2454" y="6405"/>
                    </a:cubicBezTo>
                    <a:cubicBezTo>
                      <a:pt x="2582" y="6405"/>
                      <a:pt x="2692" y="6346"/>
                      <a:pt x="2802" y="6263"/>
                    </a:cubicBezTo>
                    <a:cubicBezTo>
                      <a:pt x="2815" y="6255"/>
                      <a:pt x="2830" y="6251"/>
                      <a:pt x="2846" y="6251"/>
                    </a:cubicBezTo>
                    <a:cubicBezTo>
                      <a:pt x="2943" y="6251"/>
                      <a:pt x="3095" y="6376"/>
                      <a:pt x="3192" y="6376"/>
                    </a:cubicBezTo>
                    <a:cubicBezTo>
                      <a:pt x="3208" y="6376"/>
                      <a:pt x="3223" y="6372"/>
                      <a:pt x="3236" y="6363"/>
                    </a:cubicBezTo>
                    <a:cubicBezTo>
                      <a:pt x="3436" y="6297"/>
                      <a:pt x="3636" y="6263"/>
                      <a:pt x="3836" y="6263"/>
                    </a:cubicBezTo>
                    <a:cubicBezTo>
                      <a:pt x="4136" y="6230"/>
                      <a:pt x="4403" y="6097"/>
                      <a:pt x="4603" y="5930"/>
                    </a:cubicBezTo>
                    <a:cubicBezTo>
                      <a:pt x="4703" y="5855"/>
                      <a:pt x="4616" y="5817"/>
                      <a:pt x="4495" y="5817"/>
                    </a:cubicBezTo>
                    <a:cubicBezTo>
                      <a:pt x="4455" y="5817"/>
                      <a:pt x="4412" y="5821"/>
                      <a:pt x="4370" y="5830"/>
                    </a:cubicBezTo>
                    <a:cubicBezTo>
                      <a:pt x="4360" y="5832"/>
                      <a:pt x="4351" y="5833"/>
                      <a:pt x="4342" y="5833"/>
                    </a:cubicBezTo>
                    <a:cubicBezTo>
                      <a:pt x="4238" y="5833"/>
                      <a:pt x="4251" y="5650"/>
                      <a:pt x="4437" y="5496"/>
                    </a:cubicBezTo>
                    <a:cubicBezTo>
                      <a:pt x="4603" y="5329"/>
                      <a:pt x="4870" y="5229"/>
                      <a:pt x="4870" y="4962"/>
                    </a:cubicBezTo>
                    <a:cubicBezTo>
                      <a:pt x="4895" y="4786"/>
                      <a:pt x="4598" y="4648"/>
                      <a:pt x="4422" y="4648"/>
                    </a:cubicBezTo>
                    <a:cubicBezTo>
                      <a:pt x="4364" y="4648"/>
                      <a:pt x="4320" y="4663"/>
                      <a:pt x="4303" y="4696"/>
                    </a:cubicBezTo>
                    <a:cubicBezTo>
                      <a:pt x="4274" y="4754"/>
                      <a:pt x="4238" y="4780"/>
                      <a:pt x="4199" y="4780"/>
                    </a:cubicBezTo>
                    <a:cubicBezTo>
                      <a:pt x="4149" y="4780"/>
                      <a:pt x="4092" y="4737"/>
                      <a:pt x="4036" y="4662"/>
                    </a:cubicBezTo>
                    <a:cubicBezTo>
                      <a:pt x="3936" y="4495"/>
                      <a:pt x="4103" y="4362"/>
                      <a:pt x="4036" y="4362"/>
                    </a:cubicBezTo>
                    <a:cubicBezTo>
                      <a:pt x="3936" y="4295"/>
                      <a:pt x="3836" y="4195"/>
                      <a:pt x="3836" y="4062"/>
                    </a:cubicBezTo>
                    <a:cubicBezTo>
                      <a:pt x="3869" y="3962"/>
                      <a:pt x="3703" y="3461"/>
                      <a:pt x="3436" y="3395"/>
                    </a:cubicBezTo>
                    <a:cubicBezTo>
                      <a:pt x="3169" y="3328"/>
                      <a:pt x="3102" y="2928"/>
                      <a:pt x="3069" y="2727"/>
                    </a:cubicBezTo>
                    <a:cubicBezTo>
                      <a:pt x="3002" y="2494"/>
                      <a:pt x="2835" y="2627"/>
                      <a:pt x="2702" y="2427"/>
                    </a:cubicBezTo>
                    <a:cubicBezTo>
                      <a:pt x="2635" y="2344"/>
                      <a:pt x="2544" y="2319"/>
                      <a:pt x="2452" y="2319"/>
                    </a:cubicBezTo>
                    <a:cubicBezTo>
                      <a:pt x="2360" y="2319"/>
                      <a:pt x="2268" y="2344"/>
                      <a:pt x="2202" y="2361"/>
                    </a:cubicBezTo>
                    <a:cubicBezTo>
                      <a:pt x="2068" y="2361"/>
                      <a:pt x="2202" y="2127"/>
                      <a:pt x="2402" y="1994"/>
                    </a:cubicBezTo>
                    <a:cubicBezTo>
                      <a:pt x="2635" y="1727"/>
                      <a:pt x="2769" y="1393"/>
                      <a:pt x="2802" y="1026"/>
                    </a:cubicBezTo>
                    <a:cubicBezTo>
                      <a:pt x="2802" y="955"/>
                      <a:pt x="2563" y="922"/>
                      <a:pt x="2315" y="922"/>
                    </a:cubicBezTo>
                    <a:cubicBezTo>
                      <a:pt x="2100" y="922"/>
                      <a:pt x="1879" y="946"/>
                      <a:pt x="1801" y="993"/>
                    </a:cubicBezTo>
                    <a:cubicBezTo>
                      <a:pt x="1778" y="1002"/>
                      <a:pt x="1755" y="1006"/>
                      <a:pt x="1732" y="1006"/>
                    </a:cubicBezTo>
                    <a:cubicBezTo>
                      <a:pt x="1594" y="1006"/>
                      <a:pt x="1486" y="850"/>
                      <a:pt x="1601" y="793"/>
                    </a:cubicBezTo>
                    <a:cubicBezTo>
                      <a:pt x="1735" y="726"/>
                      <a:pt x="2035" y="459"/>
                      <a:pt x="2035" y="326"/>
                    </a:cubicBezTo>
                    <a:cubicBezTo>
                      <a:pt x="2035" y="226"/>
                      <a:pt x="2235" y="126"/>
                      <a:pt x="2102" y="26"/>
                    </a:cubicBezTo>
                    <a:cubicBezTo>
                      <a:pt x="2084" y="8"/>
                      <a:pt x="2069" y="1"/>
                      <a:pt x="2055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2"/>
              <p:cNvSpPr/>
              <p:nvPr/>
            </p:nvSpPr>
            <p:spPr>
              <a:xfrm>
                <a:off x="2621694" y="3229682"/>
                <a:ext cx="130181" cy="246422"/>
              </a:xfrm>
              <a:custGeom>
                <a:rect b="b" l="l" r="r" t="t"/>
                <a:pathLst>
                  <a:path extrusionOk="0" h="7831" w="4137">
                    <a:moveTo>
                      <a:pt x="3417" y="1"/>
                    </a:moveTo>
                    <a:cubicBezTo>
                      <a:pt x="3368" y="1"/>
                      <a:pt x="3318" y="214"/>
                      <a:pt x="3269" y="263"/>
                    </a:cubicBezTo>
                    <a:cubicBezTo>
                      <a:pt x="3202" y="364"/>
                      <a:pt x="3169" y="497"/>
                      <a:pt x="3202" y="664"/>
                    </a:cubicBezTo>
                    <a:cubicBezTo>
                      <a:pt x="3202" y="764"/>
                      <a:pt x="3002" y="897"/>
                      <a:pt x="2869" y="897"/>
                    </a:cubicBezTo>
                    <a:cubicBezTo>
                      <a:pt x="2852" y="893"/>
                      <a:pt x="2833" y="891"/>
                      <a:pt x="2815" y="891"/>
                    </a:cubicBezTo>
                    <a:cubicBezTo>
                      <a:pt x="2688" y="891"/>
                      <a:pt x="2544" y="986"/>
                      <a:pt x="2602" y="1131"/>
                    </a:cubicBezTo>
                    <a:cubicBezTo>
                      <a:pt x="2669" y="1331"/>
                      <a:pt x="2502" y="1298"/>
                      <a:pt x="2602" y="1431"/>
                    </a:cubicBezTo>
                    <a:cubicBezTo>
                      <a:pt x="2702" y="1564"/>
                      <a:pt x="2402" y="1765"/>
                      <a:pt x="2168" y="1765"/>
                    </a:cubicBezTo>
                    <a:cubicBezTo>
                      <a:pt x="1944" y="1797"/>
                      <a:pt x="1689" y="2167"/>
                      <a:pt x="1433" y="2167"/>
                    </a:cubicBezTo>
                    <a:cubicBezTo>
                      <a:pt x="1422" y="2167"/>
                      <a:pt x="1412" y="2166"/>
                      <a:pt x="1401" y="2165"/>
                    </a:cubicBezTo>
                    <a:cubicBezTo>
                      <a:pt x="1383" y="2162"/>
                      <a:pt x="1365" y="2161"/>
                      <a:pt x="1347" y="2161"/>
                    </a:cubicBezTo>
                    <a:cubicBezTo>
                      <a:pt x="1150" y="2161"/>
                      <a:pt x="952" y="2302"/>
                      <a:pt x="755" y="2302"/>
                    </a:cubicBezTo>
                    <a:cubicBezTo>
                      <a:pt x="737" y="2302"/>
                      <a:pt x="719" y="2301"/>
                      <a:pt x="701" y="2298"/>
                    </a:cubicBezTo>
                    <a:cubicBezTo>
                      <a:pt x="694" y="2297"/>
                      <a:pt x="687" y="2297"/>
                      <a:pt x="681" y="2297"/>
                    </a:cubicBezTo>
                    <a:cubicBezTo>
                      <a:pt x="509" y="2297"/>
                      <a:pt x="628" y="2742"/>
                      <a:pt x="467" y="3032"/>
                    </a:cubicBezTo>
                    <a:cubicBezTo>
                      <a:pt x="334" y="3366"/>
                      <a:pt x="367" y="3733"/>
                      <a:pt x="534" y="4033"/>
                    </a:cubicBezTo>
                    <a:cubicBezTo>
                      <a:pt x="767" y="4400"/>
                      <a:pt x="734" y="4867"/>
                      <a:pt x="434" y="5134"/>
                    </a:cubicBezTo>
                    <a:cubicBezTo>
                      <a:pt x="100" y="5501"/>
                      <a:pt x="0" y="6034"/>
                      <a:pt x="200" y="6468"/>
                    </a:cubicBezTo>
                    <a:cubicBezTo>
                      <a:pt x="367" y="6801"/>
                      <a:pt x="367" y="7302"/>
                      <a:pt x="567" y="7502"/>
                    </a:cubicBezTo>
                    <a:cubicBezTo>
                      <a:pt x="716" y="7675"/>
                      <a:pt x="1085" y="7830"/>
                      <a:pt x="1334" y="7830"/>
                    </a:cubicBezTo>
                    <a:cubicBezTo>
                      <a:pt x="1420" y="7830"/>
                      <a:pt x="1492" y="7812"/>
                      <a:pt x="1535" y="7769"/>
                    </a:cubicBezTo>
                    <a:cubicBezTo>
                      <a:pt x="1735" y="7602"/>
                      <a:pt x="1901" y="7802"/>
                      <a:pt x="2102" y="7535"/>
                    </a:cubicBezTo>
                    <a:cubicBezTo>
                      <a:pt x="2335" y="7302"/>
                      <a:pt x="2635" y="6068"/>
                      <a:pt x="2902" y="5234"/>
                    </a:cubicBezTo>
                    <a:cubicBezTo>
                      <a:pt x="3169" y="4533"/>
                      <a:pt x="3403" y="3799"/>
                      <a:pt x="3536" y="3065"/>
                    </a:cubicBezTo>
                    <a:cubicBezTo>
                      <a:pt x="3503" y="2832"/>
                      <a:pt x="3703" y="2699"/>
                      <a:pt x="3636" y="2465"/>
                    </a:cubicBezTo>
                    <a:cubicBezTo>
                      <a:pt x="3558" y="2256"/>
                      <a:pt x="3623" y="2046"/>
                      <a:pt x="3703" y="2046"/>
                    </a:cubicBezTo>
                    <a:cubicBezTo>
                      <a:pt x="3725" y="2046"/>
                      <a:pt x="3748" y="2062"/>
                      <a:pt x="3769" y="2098"/>
                    </a:cubicBezTo>
                    <a:cubicBezTo>
                      <a:pt x="3816" y="2191"/>
                      <a:pt x="3877" y="2241"/>
                      <a:pt x="3935" y="2241"/>
                    </a:cubicBezTo>
                    <a:cubicBezTo>
                      <a:pt x="4003" y="2241"/>
                      <a:pt x="4067" y="2174"/>
                      <a:pt x="4103" y="2031"/>
                    </a:cubicBezTo>
                    <a:cubicBezTo>
                      <a:pt x="4136" y="1798"/>
                      <a:pt x="3903" y="1364"/>
                      <a:pt x="3870" y="997"/>
                    </a:cubicBezTo>
                    <a:cubicBezTo>
                      <a:pt x="3870" y="630"/>
                      <a:pt x="3536" y="263"/>
                      <a:pt x="3469" y="97"/>
                    </a:cubicBezTo>
                    <a:cubicBezTo>
                      <a:pt x="3452" y="27"/>
                      <a:pt x="3435" y="1"/>
                      <a:pt x="3417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2"/>
              <p:cNvSpPr/>
              <p:nvPr/>
            </p:nvSpPr>
            <p:spPr>
              <a:xfrm>
                <a:off x="2026518" y="2256518"/>
                <a:ext cx="32569" cy="46289"/>
              </a:xfrm>
              <a:custGeom>
                <a:rect b="b" l="l" r="r" t="t"/>
                <a:pathLst>
                  <a:path extrusionOk="0" h="1471" w="1035">
                    <a:moveTo>
                      <a:pt x="734" y="0"/>
                    </a:moveTo>
                    <a:cubicBezTo>
                      <a:pt x="668" y="0"/>
                      <a:pt x="568" y="34"/>
                      <a:pt x="501" y="67"/>
                    </a:cubicBezTo>
                    <a:cubicBezTo>
                      <a:pt x="434" y="134"/>
                      <a:pt x="368" y="134"/>
                      <a:pt x="301" y="134"/>
                    </a:cubicBezTo>
                    <a:lnTo>
                      <a:pt x="167" y="134"/>
                    </a:lnTo>
                    <a:cubicBezTo>
                      <a:pt x="134" y="134"/>
                      <a:pt x="101" y="134"/>
                      <a:pt x="101" y="167"/>
                    </a:cubicBezTo>
                    <a:cubicBezTo>
                      <a:pt x="1" y="334"/>
                      <a:pt x="368" y="568"/>
                      <a:pt x="301" y="901"/>
                    </a:cubicBezTo>
                    <a:cubicBezTo>
                      <a:pt x="238" y="1186"/>
                      <a:pt x="294" y="1471"/>
                      <a:pt x="443" y="1471"/>
                    </a:cubicBezTo>
                    <a:cubicBezTo>
                      <a:pt x="451" y="1471"/>
                      <a:pt x="459" y="1470"/>
                      <a:pt x="468" y="1468"/>
                    </a:cubicBezTo>
                    <a:cubicBezTo>
                      <a:pt x="468" y="1435"/>
                      <a:pt x="501" y="1435"/>
                      <a:pt x="534" y="1401"/>
                    </a:cubicBezTo>
                    <a:cubicBezTo>
                      <a:pt x="701" y="1235"/>
                      <a:pt x="801" y="1301"/>
                      <a:pt x="901" y="1168"/>
                    </a:cubicBezTo>
                    <a:cubicBezTo>
                      <a:pt x="1001" y="1035"/>
                      <a:pt x="901" y="534"/>
                      <a:pt x="1001" y="267"/>
                    </a:cubicBezTo>
                    <a:cubicBezTo>
                      <a:pt x="1035" y="134"/>
                      <a:pt x="901" y="34"/>
                      <a:pt x="734" y="0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2"/>
              <p:cNvSpPr/>
              <p:nvPr/>
            </p:nvSpPr>
            <p:spPr>
              <a:xfrm>
                <a:off x="2104211" y="2316338"/>
                <a:ext cx="51449" cy="30492"/>
              </a:xfrm>
              <a:custGeom>
                <a:rect b="b" l="l" r="r" t="t"/>
                <a:pathLst>
                  <a:path extrusionOk="0" h="969" w="1635">
                    <a:moveTo>
                      <a:pt x="367" y="1"/>
                    </a:moveTo>
                    <a:cubicBezTo>
                      <a:pt x="167" y="1"/>
                      <a:pt x="0" y="168"/>
                      <a:pt x="33" y="268"/>
                    </a:cubicBezTo>
                    <a:cubicBezTo>
                      <a:pt x="100" y="368"/>
                      <a:pt x="200" y="468"/>
                      <a:pt x="634" y="568"/>
                    </a:cubicBezTo>
                    <a:cubicBezTo>
                      <a:pt x="1034" y="668"/>
                      <a:pt x="1067" y="935"/>
                      <a:pt x="1234" y="968"/>
                    </a:cubicBezTo>
                    <a:cubicBezTo>
                      <a:pt x="1434" y="968"/>
                      <a:pt x="1434" y="801"/>
                      <a:pt x="1401" y="568"/>
                    </a:cubicBezTo>
                    <a:cubicBezTo>
                      <a:pt x="1368" y="368"/>
                      <a:pt x="1601" y="101"/>
                      <a:pt x="1635" y="68"/>
                    </a:cubicBezTo>
                    <a:cubicBezTo>
                      <a:pt x="1635" y="34"/>
                      <a:pt x="1601" y="1"/>
                      <a:pt x="1468" y="1"/>
                    </a:cubicBezTo>
                    <a:cubicBezTo>
                      <a:pt x="1368" y="1"/>
                      <a:pt x="1268" y="1"/>
                      <a:pt x="1168" y="34"/>
                    </a:cubicBezTo>
                    <a:cubicBezTo>
                      <a:pt x="1067" y="68"/>
                      <a:pt x="934" y="68"/>
                      <a:pt x="801" y="101"/>
                    </a:cubicBezTo>
                    <a:cubicBezTo>
                      <a:pt x="701" y="101"/>
                      <a:pt x="600" y="68"/>
                      <a:pt x="500" y="34"/>
                    </a:cubicBezTo>
                    <a:cubicBezTo>
                      <a:pt x="467" y="1"/>
                      <a:pt x="400" y="1"/>
                      <a:pt x="367" y="1"/>
                    </a:cubicBezTo>
                    <a:close/>
                  </a:path>
                </a:pathLst>
              </a:custGeom>
              <a:solidFill>
                <a:srgbClr val="90B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2"/>
              <p:cNvSpPr/>
              <p:nvPr/>
            </p:nvSpPr>
            <p:spPr>
              <a:xfrm>
                <a:off x="1183630" y="1965759"/>
                <a:ext cx="1787637" cy="3884852"/>
              </a:xfrm>
              <a:custGeom>
                <a:rect b="b" l="l" r="r" t="t"/>
                <a:pathLst>
                  <a:path extrusionOk="0" h="123456" w="56809">
                    <a:moveTo>
                      <a:pt x="21916" y="1"/>
                    </a:moveTo>
                    <a:cubicBezTo>
                      <a:pt x="21916" y="1"/>
                      <a:pt x="4738" y="17146"/>
                      <a:pt x="2736" y="20482"/>
                    </a:cubicBezTo>
                    <a:cubicBezTo>
                      <a:pt x="735" y="23818"/>
                      <a:pt x="134" y="48102"/>
                      <a:pt x="134" y="48102"/>
                    </a:cubicBezTo>
                    <a:cubicBezTo>
                      <a:pt x="1" y="52305"/>
                      <a:pt x="8707" y="64914"/>
                      <a:pt x="8707" y="64914"/>
                    </a:cubicBezTo>
                    <a:lnTo>
                      <a:pt x="2002" y="123456"/>
                    </a:lnTo>
                    <a:lnTo>
                      <a:pt x="52605" y="123456"/>
                    </a:lnTo>
                    <a:lnTo>
                      <a:pt x="47802" y="65514"/>
                    </a:lnTo>
                    <a:cubicBezTo>
                      <a:pt x="47802" y="65514"/>
                      <a:pt x="56808" y="44699"/>
                      <a:pt x="56708" y="41430"/>
                    </a:cubicBezTo>
                    <a:cubicBezTo>
                      <a:pt x="56608" y="38161"/>
                      <a:pt x="54306" y="17513"/>
                      <a:pt x="54306" y="17513"/>
                    </a:cubicBezTo>
                    <a:cubicBezTo>
                      <a:pt x="54306" y="17513"/>
                      <a:pt x="55040" y="11342"/>
                      <a:pt x="53873" y="8974"/>
                    </a:cubicBezTo>
                    <a:cubicBezTo>
                      <a:pt x="52778" y="6814"/>
                      <a:pt x="47746" y="5432"/>
                      <a:pt x="46133" y="5432"/>
                    </a:cubicBezTo>
                    <a:cubicBezTo>
                      <a:pt x="45977" y="5432"/>
                      <a:pt x="45852" y="5445"/>
                      <a:pt x="45767" y="5471"/>
                    </a:cubicBezTo>
                    <a:cubicBezTo>
                      <a:pt x="45300" y="5571"/>
                      <a:pt x="44866" y="5771"/>
                      <a:pt x="44499" y="6072"/>
                    </a:cubicBezTo>
                    <a:cubicBezTo>
                      <a:pt x="44499" y="6072"/>
                      <a:pt x="43265" y="2436"/>
                      <a:pt x="42565" y="1835"/>
                    </a:cubicBezTo>
                    <a:cubicBezTo>
                      <a:pt x="41897" y="1235"/>
                      <a:pt x="36193" y="601"/>
                      <a:pt x="35660" y="601"/>
                    </a:cubicBezTo>
                    <a:cubicBezTo>
                      <a:pt x="35159" y="601"/>
                      <a:pt x="32691" y="2436"/>
                      <a:pt x="32691" y="2436"/>
                    </a:cubicBezTo>
                    <a:cubicBezTo>
                      <a:pt x="32691" y="2436"/>
                      <a:pt x="32324" y="1335"/>
                      <a:pt x="31723" y="968"/>
                    </a:cubicBezTo>
                    <a:cubicBezTo>
                      <a:pt x="31209" y="654"/>
                      <a:pt x="27000" y="266"/>
                      <a:pt x="25656" y="266"/>
                    </a:cubicBezTo>
                    <a:cubicBezTo>
                      <a:pt x="25430" y="266"/>
                      <a:pt x="25286" y="277"/>
                      <a:pt x="25252" y="301"/>
                    </a:cubicBezTo>
                    <a:cubicBezTo>
                      <a:pt x="25052" y="468"/>
                      <a:pt x="23718" y="3036"/>
                      <a:pt x="23718" y="3036"/>
                    </a:cubicBezTo>
                    <a:lnTo>
                      <a:pt x="21916" y="1"/>
                    </a:lnTo>
                    <a:close/>
                  </a:path>
                </a:pathLst>
              </a:custGeom>
              <a:solidFill>
                <a:srgbClr val="F6BC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2"/>
              <p:cNvSpPr/>
              <p:nvPr/>
            </p:nvSpPr>
            <p:spPr>
              <a:xfrm>
                <a:off x="1622412" y="2606059"/>
                <a:ext cx="234087" cy="462918"/>
              </a:xfrm>
              <a:custGeom>
                <a:rect b="b" l="l" r="r" t="t"/>
                <a:pathLst>
                  <a:path extrusionOk="0" h="14711" w="7439">
                    <a:moveTo>
                      <a:pt x="6471" y="0"/>
                    </a:moveTo>
                    <a:lnTo>
                      <a:pt x="0" y="8406"/>
                    </a:lnTo>
                    <a:cubicBezTo>
                      <a:pt x="2702" y="10208"/>
                      <a:pt x="5204" y="12343"/>
                      <a:pt x="7439" y="14711"/>
                    </a:cubicBezTo>
                    <a:lnTo>
                      <a:pt x="6471" y="0"/>
                    </a:lnTo>
                    <a:close/>
                  </a:path>
                </a:pathLst>
              </a:custGeom>
              <a:solidFill>
                <a:srgbClr val="D32A5A">
                  <a:alpha val="162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32"/>
              <p:cNvSpPr/>
              <p:nvPr/>
            </p:nvSpPr>
            <p:spPr>
              <a:xfrm>
                <a:off x="1971953" y="3124581"/>
                <a:ext cx="684387" cy="574219"/>
              </a:xfrm>
              <a:custGeom>
                <a:rect b="b" l="l" r="r" t="t"/>
                <a:pathLst>
                  <a:path extrusionOk="0" h="18248" w="21749">
                    <a:moveTo>
                      <a:pt x="7839" y="1"/>
                    </a:moveTo>
                    <a:cubicBezTo>
                      <a:pt x="7839" y="1"/>
                      <a:pt x="6536" y="4195"/>
                      <a:pt x="2671" y="4195"/>
                    </a:cubicBezTo>
                    <a:cubicBezTo>
                      <a:pt x="1950" y="4195"/>
                      <a:pt x="1140" y="4050"/>
                      <a:pt x="234" y="3704"/>
                    </a:cubicBezTo>
                    <a:lnTo>
                      <a:pt x="0" y="4504"/>
                    </a:lnTo>
                    <a:lnTo>
                      <a:pt x="3136" y="18247"/>
                    </a:lnTo>
                    <a:lnTo>
                      <a:pt x="21749" y="4037"/>
                    </a:lnTo>
                    <a:cubicBezTo>
                      <a:pt x="21749" y="4037"/>
                      <a:pt x="17646" y="3270"/>
                      <a:pt x="16579" y="835"/>
                    </a:cubicBezTo>
                    <a:cubicBezTo>
                      <a:pt x="16579" y="835"/>
                      <a:pt x="14510" y="3904"/>
                      <a:pt x="12742" y="4171"/>
                    </a:cubicBezTo>
                    <a:cubicBezTo>
                      <a:pt x="12627" y="4190"/>
                      <a:pt x="12508" y="4199"/>
                      <a:pt x="12387" y="4199"/>
                    </a:cubicBezTo>
                    <a:cubicBezTo>
                      <a:pt x="10631" y="4199"/>
                      <a:pt x="8432" y="2217"/>
                      <a:pt x="7839" y="1"/>
                    </a:cubicBezTo>
                    <a:close/>
                  </a:path>
                </a:pathLst>
              </a:custGeom>
              <a:solidFill>
                <a:srgbClr val="D32A5A">
                  <a:alpha val="162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32"/>
              <p:cNvSpPr/>
              <p:nvPr/>
            </p:nvSpPr>
            <p:spPr>
              <a:xfrm>
                <a:off x="1457617" y="885542"/>
                <a:ext cx="489162" cy="1561008"/>
              </a:xfrm>
              <a:custGeom>
                <a:rect b="b" l="l" r="r" t="t"/>
                <a:pathLst>
                  <a:path extrusionOk="0" h="49607" w="15545">
                    <a:moveTo>
                      <a:pt x="7424" y="1"/>
                    </a:moveTo>
                    <a:cubicBezTo>
                      <a:pt x="6367" y="1"/>
                      <a:pt x="5273" y="480"/>
                      <a:pt x="4403" y="1772"/>
                    </a:cubicBezTo>
                    <a:cubicBezTo>
                      <a:pt x="2035" y="5341"/>
                      <a:pt x="0" y="49606"/>
                      <a:pt x="0" y="49606"/>
                    </a:cubicBezTo>
                    <a:lnTo>
                      <a:pt x="0" y="49606"/>
                    </a:lnTo>
                    <a:lnTo>
                      <a:pt x="15544" y="47104"/>
                    </a:lnTo>
                    <a:cubicBezTo>
                      <a:pt x="15544" y="47104"/>
                      <a:pt x="11909" y="3873"/>
                      <a:pt x="11075" y="2172"/>
                    </a:cubicBezTo>
                    <a:cubicBezTo>
                      <a:pt x="10570" y="1123"/>
                      <a:pt x="9041" y="1"/>
                      <a:pt x="7424" y="1"/>
                    </a:cubicBezTo>
                    <a:close/>
                  </a:path>
                </a:pathLst>
              </a:custGeom>
              <a:solidFill>
                <a:srgbClr val="F6BC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2"/>
              <p:cNvSpPr/>
              <p:nvPr/>
            </p:nvSpPr>
            <p:spPr>
              <a:xfrm>
                <a:off x="1570963" y="1098735"/>
                <a:ext cx="246705" cy="403099"/>
              </a:xfrm>
              <a:custGeom>
                <a:rect b="b" l="l" r="r" t="t"/>
                <a:pathLst>
                  <a:path extrusionOk="0" h="12810" w="7840">
                    <a:moveTo>
                      <a:pt x="3903" y="0"/>
                    </a:moveTo>
                    <a:cubicBezTo>
                      <a:pt x="3903" y="0"/>
                      <a:pt x="1" y="6739"/>
                      <a:pt x="1" y="8907"/>
                    </a:cubicBezTo>
                    <a:cubicBezTo>
                      <a:pt x="1" y="11075"/>
                      <a:pt x="1735" y="12810"/>
                      <a:pt x="3903" y="12810"/>
                    </a:cubicBezTo>
                    <a:cubicBezTo>
                      <a:pt x="6072" y="12810"/>
                      <a:pt x="7840" y="11075"/>
                      <a:pt x="7840" y="8907"/>
                    </a:cubicBezTo>
                    <a:cubicBezTo>
                      <a:pt x="7840" y="6739"/>
                      <a:pt x="3903" y="0"/>
                      <a:pt x="3903" y="0"/>
                    </a:cubicBezTo>
                    <a:close/>
                  </a:path>
                </a:pathLst>
              </a:custGeom>
              <a:solidFill>
                <a:srgbClr val="FE51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2"/>
              <p:cNvSpPr/>
              <p:nvPr/>
            </p:nvSpPr>
            <p:spPr>
              <a:xfrm>
                <a:off x="1598245" y="1334961"/>
                <a:ext cx="66176" cy="120772"/>
              </a:xfrm>
              <a:custGeom>
                <a:rect b="b" l="l" r="r" t="t"/>
                <a:pathLst>
                  <a:path extrusionOk="0" h="3838" w="2103">
                    <a:moveTo>
                      <a:pt x="792" y="1"/>
                    </a:moveTo>
                    <a:cubicBezTo>
                      <a:pt x="587" y="1"/>
                      <a:pt x="384" y="96"/>
                      <a:pt x="268" y="299"/>
                    </a:cubicBezTo>
                    <a:cubicBezTo>
                      <a:pt x="134" y="633"/>
                      <a:pt x="34" y="966"/>
                      <a:pt x="34" y="1300"/>
                    </a:cubicBezTo>
                    <a:cubicBezTo>
                      <a:pt x="1" y="1600"/>
                      <a:pt x="34" y="1900"/>
                      <a:pt x="101" y="2200"/>
                    </a:cubicBezTo>
                    <a:cubicBezTo>
                      <a:pt x="268" y="2834"/>
                      <a:pt x="635" y="3368"/>
                      <a:pt x="1168" y="3768"/>
                    </a:cubicBezTo>
                    <a:cubicBezTo>
                      <a:pt x="1251" y="3809"/>
                      <a:pt x="1359" y="3838"/>
                      <a:pt x="1461" y="3838"/>
                    </a:cubicBezTo>
                    <a:cubicBezTo>
                      <a:pt x="1524" y="3838"/>
                      <a:pt x="1584" y="3827"/>
                      <a:pt x="1635" y="3802"/>
                    </a:cubicBezTo>
                    <a:cubicBezTo>
                      <a:pt x="1802" y="3768"/>
                      <a:pt x="1936" y="3668"/>
                      <a:pt x="2036" y="3535"/>
                    </a:cubicBezTo>
                    <a:cubicBezTo>
                      <a:pt x="2102" y="3401"/>
                      <a:pt x="2102" y="3235"/>
                      <a:pt x="2069" y="3068"/>
                    </a:cubicBezTo>
                    <a:cubicBezTo>
                      <a:pt x="2002" y="2901"/>
                      <a:pt x="1902" y="2768"/>
                      <a:pt x="1769" y="2701"/>
                    </a:cubicBezTo>
                    <a:lnTo>
                      <a:pt x="1769" y="2701"/>
                    </a:lnTo>
                    <a:cubicBezTo>
                      <a:pt x="1807" y="2720"/>
                      <a:pt x="1846" y="2739"/>
                      <a:pt x="1852" y="2739"/>
                    </a:cubicBezTo>
                    <a:cubicBezTo>
                      <a:pt x="1857" y="2739"/>
                      <a:pt x="1844" y="2729"/>
                      <a:pt x="1802" y="2701"/>
                    </a:cubicBezTo>
                    <a:lnTo>
                      <a:pt x="1769" y="2634"/>
                    </a:lnTo>
                    <a:lnTo>
                      <a:pt x="1635" y="2534"/>
                    </a:lnTo>
                    <a:cubicBezTo>
                      <a:pt x="1613" y="2511"/>
                      <a:pt x="1560" y="2428"/>
                      <a:pt x="1559" y="2428"/>
                    </a:cubicBezTo>
                    <a:lnTo>
                      <a:pt x="1559" y="2428"/>
                    </a:lnTo>
                    <a:cubicBezTo>
                      <a:pt x="1558" y="2428"/>
                      <a:pt x="1570" y="2447"/>
                      <a:pt x="1602" y="2501"/>
                    </a:cubicBezTo>
                    <a:lnTo>
                      <a:pt x="1502" y="2367"/>
                    </a:lnTo>
                    <a:cubicBezTo>
                      <a:pt x="1469" y="2267"/>
                      <a:pt x="1402" y="2200"/>
                      <a:pt x="1369" y="2100"/>
                    </a:cubicBezTo>
                    <a:lnTo>
                      <a:pt x="1369" y="2034"/>
                    </a:lnTo>
                    <a:cubicBezTo>
                      <a:pt x="1335" y="2000"/>
                      <a:pt x="1335" y="1934"/>
                      <a:pt x="1302" y="1867"/>
                    </a:cubicBezTo>
                    <a:cubicBezTo>
                      <a:pt x="1302" y="1800"/>
                      <a:pt x="1302" y="1767"/>
                      <a:pt x="1268" y="1700"/>
                    </a:cubicBezTo>
                    <a:lnTo>
                      <a:pt x="1268" y="1667"/>
                    </a:lnTo>
                    <a:cubicBezTo>
                      <a:pt x="1268" y="1567"/>
                      <a:pt x="1268" y="1467"/>
                      <a:pt x="1268" y="1366"/>
                    </a:cubicBezTo>
                    <a:cubicBezTo>
                      <a:pt x="1268" y="1321"/>
                      <a:pt x="1284" y="1213"/>
                      <a:pt x="1283" y="1213"/>
                    </a:cubicBezTo>
                    <a:lnTo>
                      <a:pt x="1283" y="1213"/>
                    </a:lnTo>
                    <a:cubicBezTo>
                      <a:pt x="1283" y="1213"/>
                      <a:pt x="1279" y="1236"/>
                      <a:pt x="1268" y="1300"/>
                    </a:cubicBezTo>
                    <a:cubicBezTo>
                      <a:pt x="1268" y="1266"/>
                      <a:pt x="1268" y="1200"/>
                      <a:pt x="1302" y="1166"/>
                    </a:cubicBezTo>
                    <a:cubicBezTo>
                      <a:pt x="1335" y="1100"/>
                      <a:pt x="1335" y="1066"/>
                      <a:pt x="1335" y="1000"/>
                    </a:cubicBezTo>
                    <a:cubicBezTo>
                      <a:pt x="1359" y="976"/>
                      <a:pt x="1400" y="867"/>
                      <a:pt x="1385" y="867"/>
                    </a:cubicBezTo>
                    <a:cubicBezTo>
                      <a:pt x="1382" y="867"/>
                      <a:pt x="1375" y="873"/>
                      <a:pt x="1365" y="886"/>
                    </a:cubicBezTo>
                    <a:lnTo>
                      <a:pt x="1365" y="886"/>
                    </a:lnTo>
                    <a:cubicBezTo>
                      <a:pt x="1435" y="762"/>
                      <a:pt x="1431" y="614"/>
                      <a:pt x="1402" y="466"/>
                    </a:cubicBezTo>
                    <a:cubicBezTo>
                      <a:pt x="1326" y="164"/>
                      <a:pt x="1058" y="1"/>
                      <a:pt x="792" y="1"/>
                    </a:cubicBezTo>
                    <a:close/>
                  </a:path>
                </a:pathLst>
              </a:custGeom>
              <a:solidFill>
                <a:srgbClr val="FAE9CD">
                  <a:alpha val="486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2"/>
              <p:cNvSpPr/>
              <p:nvPr/>
            </p:nvSpPr>
            <p:spPr>
              <a:xfrm>
                <a:off x="1483830" y="2038071"/>
                <a:ext cx="1377207" cy="1709000"/>
              </a:xfrm>
              <a:custGeom>
                <a:rect b="b" l="l" r="r" t="t"/>
                <a:pathLst>
                  <a:path extrusionOk="0" h="54310" w="43766">
                    <a:moveTo>
                      <a:pt x="10408" y="19385"/>
                    </a:moveTo>
                    <a:lnTo>
                      <a:pt x="10408" y="19385"/>
                    </a:lnTo>
                    <a:cubicBezTo>
                      <a:pt x="10375" y="22787"/>
                      <a:pt x="10609" y="26223"/>
                      <a:pt x="11076" y="29592"/>
                    </a:cubicBezTo>
                    <a:cubicBezTo>
                      <a:pt x="11176" y="30259"/>
                      <a:pt x="11276" y="30893"/>
                      <a:pt x="11376" y="31560"/>
                    </a:cubicBezTo>
                    <a:cubicBezTo>
                      <a:pt x="10675" y="30793"/>
                      <a:pt x="9941" y="30059"/>
                      <a:pt x="9141" y="29392"/>
                    </a:cubicBezTo>
                    <a:cubicBezTo>
                      <a:pt x="7873" y="28291"/>
                      <a:pt x="6506" y="27357"/>
                      <a:pt x="5038" y="26557"/>
                    </a:cubicBezTo>
                    <a:cubicBezTo>
                      <a:pt x="6639" y="24555"/>
                      <a:pt x="8173" y="22520"/>
                      <a:pt x="9675" y="20452"/>
                    </a:cubicBezTo>
                    <a:cubicBezTo>
                      <a:pt x="9908" y="20085"/>
                      <a:pt x="10175" y="19752"/>
                      <a:pt x="10408" y="19385"/>
                    </a:cubicBezTo>
                    <a:close/>
                    <a:moveTo>
                      <a:pt x="13940" y="0"/>
                    </a:moveTo>
                    <a:cubicBezTo>
                      <a:pt x="12480" y="0"/>
                      <a:pt x="11138" y="810"/>
                      <a:pt x="10008" y="1672"/>
                    </a:cubicBezTo>
                    <a:cubicBezTo>
                      <a:pt x="8540" y="2806"/>
                      <a:pt x="7139" y="4040"/>
                      <a:pt x="5705" y="5241"/>
                    </a:cubicBezTo>
                    <a:lnTo>
                      <a:pt x="1269" y="8911"/>
                    </a:lnTo>
                    <a:lnTo>
                      <a:pt x="201" y="9845"/>
                    </a:lnTo>
                    <a:cubicBezTo>
                      <a:pt x="1" y="10045"/>
                      <a:pt x="1" y="10345"/>
                      <a:pt x="201" y="10578"/>
                    </a:cubicBezTo>
                    <a:cubicBezTo>
                      <a:pt x="301" y="10678"/>
                      <a:pt x="435" y="10729"/>
                      <a:pt x="568" y="10729"/>
                    </a:cubicBezTo>
                    <a:cubicBezTo>
                      <a:pt x="701" y="10729"/>
                      <a:pt x="835" y="10678"/>
                      <a:pt x="935" y="10578"/>
                    </a:cubicBezTo>
                    <a:lnTo>
                      <a:pt x="9408" y="3507"/>
                    </a:lnTo>
                    <a:cubicBezTo>
                      <a:pt x="10542" y="2539"/>
                      <a:pt x="11776" y="1439"/>
                      <a:pt x="13310" y="1105"/>
                    </a:cubicBezTo>
                    <a:cubicBezTo>
                      <a:pt x="13517" y="1059"/>
                      <a:pt x="13724" y="1037"/>
                      <a:pt x="13928" y="1037"/>
                    </a:cubicBezTo>
                    <a:cubicBezTo>
                      <a:pt x="14909" y="1037"/>
                      <a:pt x="15827" y="1550"/>
                      <a:pt x="16379" y="2406"/>
                    </a:cubicBezTo>
                    <a:cubicBezTo>
                      <a:pt x="18147" y="5008"/>
                      <a:pt x="16579" y="8043"/>
                      <a:pt x="15145" y="10378"/>
                    </a:cubicBezTo>
                    <a:cubicBezTo>
                      <a:pt x="13310" y="13347"/>
                      <a:pt x="11409" y="16216"/>
                      <a:pt x="9408" y="19051"/>
                    </a:cubicBezTo>
                    <a:cubicBezTo>
                      <a:pt x="7373" y="21887"/>
                      <a:pt x="5271" y="24622"/>
                      <a:pt x="3103" y="27290"/>
                    </a:cubicBezTo>
                    <a:lnTo>
                      <a:pt x="2269" y="28324"/>
                    </a:lnTo>
                    <a:cubicBezTo>
                      <a:pt x="2069" y="28525"/>
                      <a:pt x="2069" y="28858"/>
                      <a:pt x="2269" y="29058"/>
                    </a:cubicBezTo>
                    <a:cubicBezTo>
                      <a:pt x="2369" y="29158"/>
                      <a:pt x="2503" y="29208"/>
                      <a:pt x="2636" y="29208"/>
                    </a:cubicBezTo>
                    <a:cubicBezTo>
                      <a:pt x="2770" y="29208"/>
                      <a:pt x="2903" y="29158"/>
                      <a:pt x="3003" y="29058"/>
                    </a:cubicBezTo>
                    <a:cubicBezTo>
                      <a:pt x="3470" y="28491"/>
                      <a:pt x="3937" y="27924"/>
                      <a:pt x="4371" y="27390"/>
                    </a:cubicBezTo>
                    <a:lnTo>
                      <a:pt x="4471" y="27424"/>
                    </a:lnTo>
                    <a:cubicBezTo>
                      <a:pt x="7006" y="28825"/>
                      <a:pt x="9274" y="30659"/>
                      <a:pt x="11142" y="32861"/>
                    </a:cubicBezTo>
                    <a:cubicBezTo>
                      <a:pt x="12977" y="35029"/>
                      <a:pt x="14445" y="37531"/>
                      <a:pt x="15445" y="40200"/>
                    </a:cubicBezTo>
                    <a:cubicBezTo>
                      <a:pt x="16980" y="44469"/>
                      <a:pt x="17714" y="49273"/>
                      <a:pt x="17947" y="53809"/>
                    </a:cubicBezTo>
                    <a:cubicBezTo>
                      <a:pt x="17964" y="54143"/>
                      <a:pt x="18239" y="54310"/>
                      <a:pt x="18506" y="54310"/>
                    </a:cubicBezTo>
                    <a:cubicBezTo>
                      <a:pt x="18773" y="54310"/>
                      <a:pt x="19031" y="54143"/>
                      <a:pt x="19015" y="53809"/>
                    </a:cubicBezTo>
                    <a:cubicBezTo>
                      <a:pt x="18814" y="50340"/>
                      <a:pt x="18314" y="46871"/>
                      <a:pt x="17413" y="43502"/>
                    </a:cubicBezTo>
                    <a:cubicBezTo>
                      <a:pt x="17113" y="41901"/>
                      <a:pt x="16646" y="40366"/>
                      <a:pt x="16012" y="38865"/>
                    </a:cubicBezTo>
                    <a:lnTo>
                      <a:pt x="16012" y="38865"/>
                    </a:lnTo>
                    <a:cubicBezTo>
                      <a:pt x="16750" y="39187"/>
                      <a:pt x="17540" y="39347"/>
                      <a:pt x="18330" y="39347"/>
                    </a:cubicBezTo>
                    <a:cubicBezTo>
                      <a:pt x="18934" y="39347"/>
                      <a:pt x="19537" y="39253"/>
                      <a:pt x="20115" y="39065"/>
                    </a:cubicBezTo>
                    <a:cubicBezTo>
                      <a:pt x="21650" y="38532"/>
                      <a:pt x="22851" y="37364"/>
                      <a:pt x="23418" y="35830"/>
                    </a:cubicBezTo>
                    <a:cubicBezTo>
                      <a:pt x="23918" y="37164"/>
                      <a:pt x="24885" y="38265"/>
                      <a:pt x="26186" y="38865"/>
                    </a:cubicBezTo>
                    <a:cubicBezTo>
                      <a:pt x="26687" y="39106"/>
                      <a:pt x="27235" y="39226"/>
                      <a:pt x="27795" y="39226"/>
                    </a:cubicBezTo>
                    <a:cubicBezTo>
                      <a:pt x="28169" y="39226"/>
                      <a:pt x="28548" y="39172"/>
                      <a:pt x="28922" y="39065"/>
                    </a:cubicBezTo>
                    <a:cubicBezTo>
                      <a:pt x="29822" y="38799"/>
                      <a:pt x="30656" y="38265"/>
                      <a:pt x="31257" y="37531"/>
                    </a:cubicBezTo>
                    <a:cubicBezTo>
                      <a:pt x="31590" y="37131"/>
                      <a:pt x="31857" y="36730"/>
                      <a:pt x="32091" y="36297"/>
                    </a:cubicBezTo>
                    <a:cubicBezTo>
                      <a:pt x="33125" y="37498"/>
                      <a:pt x="34292" y="38665"/>
                      <a:pt x="35893" y="38999"/>
                    </a:cubicBezTo>
                    <a:cubicBezTo>
                      <a:pt x="36159" y="39068"/>
                      <a:pt x="36433" y="39101"/>
                      <a:pt x="36710" y="39101"/>
                    </a:cubicBezTo>
                    <a:cubicBezTo>
                      <a:pt x="37231" y="39101"/>
                      <a:pt x="37760" y="38983"/>
                      <a:pt x="38262" y="38765"/>
                    </a:cubicBezTo>
                    <a:cubicBezTo>
                      <a:pt x="38862" y="38432"/>
                      <a:pt x="39396" y="37998"/>
                      <a:pt x="39796" y="37398"/>
                    </a:cubicBezTo>
                    <a:cubicBezTo>
                      <a:pt x="40663" y="36230"/>
                      <a:pt x="41064" y="34762"/>
                      <a:pt x="41431" y="33361"/>
                    </a:cubicBezTo>
                    <a:cubicBezTo>
                      <a:pt x="41931" y="31527"/>
                      <a:pt x="42365" y="29692"/>
                      <a:pt x="42765" y="27824"/>
                    </a:cubicBezTo>
                    <a:cubicBezTo>
                      <a:pt x="43165" y="25723"/>
                      <a:pt x="43499" y="23588"/>
                      <a:pt x="43766" y="21453"/>
                    </a:cubicBezTo>
                    <a:cubicBezTo>
                      <a:pt x="43766" y="21153"/>
                      <a:pt x="43532" y="20919"/>
                      <a:pt x="43265" y="20919"/>
                    </a:cubicBezTo>
                    <a:cubicBezTo>
                      <a:pt x="42965" y="20919"/>
                      <a:pt x="42731" y="21153"/>
                      <a:pt x="42731" y="21420"/>
                    </a:cubicBezTo>
                    <a:cubicBezTo>
                      <a:pt x="42298" y="24955"/>
                      <a:pt x="41631" y="28425"/>
                      <a:pt x="40763" y="31860"/>
                    </a:cubicBezTo>
                    <a:cubicBezTo>
                      <a:pt x="40396" y="33261"/>
                      <a:pt x="40096" y="34762"/>
                      <a:pt x="39396" y="36063"/>
                    </a:cubicBezTo>
                    <a:cubicBezTo>
                      <a:pt x="38862" y="37131"/>
                      <a:pt x="37995" y="38065"/>
                      <a:pt x="36694" y="38065"/>
                    </a:cubicBezTo>
                    <a:cubicBezTo>
                      <a:pt x="34893" y="38031"/>
                      <a:pt x="33625" y="36497"/>
                      <a:pt x="32591" y="35229"/>
                    </a:cubicBezTo>
                    <a:cubicBezTo>
                      <a:pt x="32958" y="34062"/>
                      <a:pt x="33258" y="32861"/>
                      <a:pt x="33458" y="31627"/>
                    </a:cubicBezTo>
                    <a:cubicBezTo>
                      <a:pt x="33892" y="29258"/>
                      <a:pt x="34292" y="26923"/>
                      <a:pt x="34659" y="24555"/>
                    </a:cubicBezTo>
                    <a:cubicBezTo>
                      <a:pt x="35460" y="19785"/>
                      <a:pt x="36160" y="15015"/>
                      <a:pt x="36761" y="10245"/>
                    </a:cubicBezTo>
                    <a:cubicBezTo>
                      <a:pt x="36827" y="9678"/>
                      <a:pt x="36894" y="9077"/>
                      <a:pt x="36961" y="8510"/>
                    </a:cubicBezTo>
                    <a:cubicBezTo>
                      <a:pt x="36961" y="8210"/>
                      <a:pt x="36727" y="7977"/>
                      <a:pt x="36460" y="7977"/>
                    </a:cubicBezTo>
                    <a:cubicBezTo>
                      <a:pt x="36160" y="7977"/>
                      <a:pt x="35927" y="8210"/>
                      <a:pt x="35927" y="8510"/>
                    </a:cubicBezTo>
                    <a:cubicBezTo>
                      <a:pt x="35360" y="13114"/>
                      <a:pt x="34692" y="17684"/>
                      <a:pt x="33959" y="22253"/>
                    </a:cubicBezTo>
                    <a:cubicBezTo>
                      <a:pt x="33592" y="24555"/>
                      <a:pt x="33225" y="26823"/>
                      <a:pt x="32824" y="29092"/>
                    </a:cubicBezTo>
                    <a:cubicBezTo>
                      <a:pt x="32624" y="30226"/>
                      <a:pt x="32424" y="31327"/>
                      <a:pt x="32224" y="32461"/>
                    </a:cubicBezTo>
                    <a:cubicBezTo>
                      <a:pt x="32057" y="33428"/>
                      <a:pt x="31757" y="34395"/>
                      <a:pt x="31390" y="35329"/>
                    </a:cubicBezTo>
                    <a:cubicBezTo>
                      <a:pt x="30732" y="36739"/>
                      <a:pt x="29427" y="38150"/>
                      <a:pt x="27778" y="38150"/>
                    </a:cubicBezTo>
                    <a:cubicBezTo>
                      <a:pt x="27671" y="38150"/>
                      <a:pt x="27563" y="38144"/>
                      <a:pt x="27454" y="38131"/>
                    </a:cubicBezTo>
                    <a:cubicBezTo>
                      <a:pt x="25786" y="37931"/>
                      <a:pt x="24619" y="36397"/>
                      <a:pt x="24152" y="34896"/>
                    </a:cubicBezTo>
                    <a:cubicBezTo>
                      <a:pt x="23885" y="33862"/>
                      <a:pt x="23718" y="32828"/>
                      <a:pt x="23751" y="31760"/>
                    </a:cubicBezTo>
                    <a:cubicBezTo>
                      <a:pt x="23718" y="30626"/>
                      <a:pt x="23751" y="29525"/>
                      <a:pt x="23751" y="28391"/>
                    </a:cubicBezTo>
                    <a:lnTo>
                      <a:pt x="23751" y="21386"/>
                    </a:lnTo>
                    <a:lnTo>
                      <a:pt x="23751" y="7409"/>
                    </a:lnTo>
                    <a:lnTo>
                      <a:pt x="23751" y="5708"/>
                    </a:lnTo>
                    <a:cubicBezTo>
                      <a:pt x="23751" y="5358"/>
                      <a:pt x="23484" y="5183"/>
                      <a:pt x="23218" y="5183"/>
                    </a:cubicBezTo>
                    <a:cubicBezTo>
                      <a:pt x="22951" y="5183"/>
                      <a:pt x="22684" y="5358"/>
                      <a:pt x="22684" y="5708"/>
                    </a:cubicBezTo>
                    <a:lnTo>
                      <a:pt x="22684" y="20219"/>
                    </a:lnTo>
                    <a:lnTo>
                      <a:pt x="22684" y="27424"/>
                    </a:lnTo>
                    <a:lnTo>
                      <a:pt x="22684" y="31026"/>
                    </a:lnTo>
                    <a:cubicBezTo>
                      <a:pt x="22684" y="32928"/>
                      <a:pt x="22984" y="35196"/>
                      <a:pt x="21683" y="36764"/>
                    </a:cubicBezTo>
                    <a:cubicBezTo>
                      <a:pt x="20857" y="37738"/>
                      <a:pt x="19639" y="38294"/>
                      <a:pt x="18376" y="38294"/>
                    </a:cubicBezTo>
                    <a:cubicBezTo>
                      <a:pt x="18212" y="38294"/>
                      <a:pt x="18046" y="38284"/>
                      <a:pt x="17880" y="38265"/>
                    </a:cubicBezTo>
                    <a:cubicBezTo>
                      <a:pt x="17113" y="38198"/>
                      <a:pt x="15846" y="37865"/>
                      <a:pt x="15279" y="37264"/>
                    </a:cubicBezTo>
                    <a:cubicBezTo>
                      <a:pt x="15078" y="36931"/>
                      <a:pt x="14878" y="36630"/>
                      <a:pt x="14745" y="36263"/>
                    </a:cubicBezTo>
                    <a:cubicBezTo>
                      <a:pt x="14211" y="35296"/>
                      <a:pt x="13411" y="34462"/>
                      <a:pt x="12944" y="33428"/>
                    </a:cubicBezTo>
                    <a:cubicBezTo>
                      <a:pt x="12410" y="32327"/>
                      <a:pt x="12310" y="31026"/>
                      <a:pt x="12143" y="29826"/>
                    </a:cubicBezTo>
                    <a:cubicBezTo>
                      <a:pt x="11709" y="26957"/>
                      <a:pt x="11476" y="24088"/>
                      <a:pt x="11442" y="21219"/>
                    </a:cubicBezTo>
                    <a:cubicBezTo>
                      <a:pt x="11409" y="20085"/>
                      <a:pt x="11442" y="18984"/>
                      <a:pt x="11476" y="17917"/>
                    </a:cubicBezTo>
                    <a:lnTo>
                      <a:pt x="11476" y="17850"/>
                    </a:lnTo>
                    <a:cubicBezTo>
                      <a:pt x="12944" y="15749"/>
                      <a:pt x="14345" y="13581"/>
                      <a:pt x="15712" y="11379"/>
                    </a:cubicBezTo>
                    <a:cubicBezTo>
                      <a:pt x="16613" y="9945"/>
                      <a:pt x="17513" y="8444"/>
                      <a:pt x="17947" y="6809"/>
                    </a:cubicBezTo>
                    <a:cubicBezTo>
                      <a:pt x="18347" y="5341"/>
                      <a:pt x="18247" y="3807"/>
                      <a:pt x="17580" y="2439"/>
                    </a:cubicBezTo>
                    <a:cubicBezTo>
                      <a:pt x="17013" y="1172"/>
                      <a:pt x="15846" y="271"/>
                      <a:pt x="14478" y="38"/>
                    </a:cubicBezTo>
                    <a:cubicBezTo>
                      <a:pt x="14297" y="12"/>
                      <a:pt x="14118" y="0"/>
                      <a:pt x="13940" y="0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2"/>
              <p:cNvSpPr/>
              <p:nvPr/>
            </p:nvSpPr>
            <p:spPr>
              <a:xfrm>
                <a:off x="1562404" y="1782901"/>
                <a:ext cx="279400" cy="52488"/>
              </a:xfrm>
              <a:custGeom>
                <a:rect b="b" l="l" r="r" t="t"/>
                <a:pathLst>
                  <a:path extrusionOk="0" h="1668" w="8879">
                    <a:moveTo>
                      <a:pt x="6691" y="1"/>
                    </a:moveTo>
                    <a:cubicBezTo>
                      <a:pt x="4664" y="1"/>
                      <a:pt x="2641" y="214"/>
                      <a:pt x="640" y="641"/>
                    </a:cubicBezTo>
                    <a:cubicBezTo>
                      <a:pt x="0" y="793"/>
                      <a:pt x="194" y="1667"/>
                      <a:pt x="765" y="1667"/>
                    </a:cubicBezTo>
                    <a:cubicBezTo>
                      <a:pt x="820" y="1667"/>
                      <a:pt x="878" y="1659"/>
                      <a:pt x="940" y="1642"/>
                    </a:cubicBezTo>
                    <a:cubicBezTo>
                      <a:pt x="2874" y="1233"/>
                      <a:pt x="4875" y="1047"/>
                      <a:pt x="6870" y="1047"/>
                    </a:cubicBezTo>
                    <a:cubicBezTo>
                      <a:pt x="7318" y="1047"/>
                      <a:pt x="7765" y="1056"/>
                      <a:pt x="8212" y="1075"/>
                    </a:cubicBezTo>
                    <a:cubicBezTo>
                      <a:pt x="8222" y="1075"/>
                      <a:pt x="8233" y="1076"/>
                      <a:pt x="8243" y="1076"/>
                    </a:cubicBezTo>
                    <a:cubicBezTo>
                      <a:pt x="8879" y="1076"/>
                      <a:pt x="8868" y="74"/>
                      <a:pt x="8212" y="41"/>
                    </a:cubicBezTo>
                    <a:cubicBezTo>
                      <a:pt x="7705" y="14"/>
                      <a:pt x="7198" y="1"/>
                      <a:pt x="6691" y="1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2"/>
              <p:cNvSpPr/>
              <p:nvPr/>
            </p:nvSpPr>
            <p:spPr>
              <a:xfrm>
                <a:off x="1925759" y="2763523"/>
                <a:ext cx="144876" cy="39901"/>
              </a:xfrm>
              <a:custGeom>
                <a:rect b="b" l="l" r="r" t="t"/>
                <a:pathLst>
                  <a:path extrusionOk="0" h="1268" w="4604">
                    <a:moveTo>
                      <a:pt x="4103" y="0"/>
                    </a:moveTo>
                    <a:lnTo>
                      <a:pt x="534" y="234"/>
                    </a:lnTo>
                    <a:cubicBezTo>
                      <a:pt x="234" y="234"/>
                      <a:pt x="0" y="467"/>
                      <a:pt x="0" y="734"/>
                    </a:cubicBezTo>
                    <a:cubicBezTo>
                      <a:pt x="0" y="1034"/>
                      <a:pt x="234" y="1268"/>
                      <a:pt x="534" y="1268"/>
                    </a:cubicBezTo>
                    <a:lnTo>
                      <a:pt x="4103" y="1034"/>
                    </a:lnTo>
                    <a:cubicBezTo>
                      <a:pt x="4370" y="1034"/>
                      <a:pt x="4604" y="801"/>
                      <a:pt x="4604" y="500"/>
                    </a:cubicBezTo>
                    <a:cubicBezTo>
                      <a:pt x="4604" y="234"/>
                      <a:pt x="4370" y="0"/>
                      <a:pt x="4103" y="0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2"/>
              <p:cNvSpPr/>
              <p:nvPr/>
            </p:nvSpPr>
            <p:spPr>
              <a:xfrm>
                <a:off x="1928906" y="2683721"/>
                <a:ext cx="136475" cy="43079"/>
              </a:xfrm>
              <a:custGeom>
                <a:rect b="b" l="l" r="r" t="t"/>
                <a:pathLst>
                  <a:path extrusionOk="0" h="1369" w="4337">
                    <a:moveTo>
                      <a:pt x="3803" y="1"/>
                    </a:moveTo>
                    <a:lnTo>
                      <a:pt x="534" y="301"/>
                    </a:lnTo>
                    <a:cubicBezTo>
                      <a:pt x="234" y="301"/>
                      <a:pt x="0" y="535"/>
                      <a:pt x="0" y="835"/>
                    </a:cubicBezTo>
                    <a:cubicBezTo>
                      <a:pt x="0" y="1102"/>
                      <a:pt x="234" y="1335"/>
                      <a:pt x="534" y="1369"/>
                    </a:cubicBezTo>
                    <a:lnTo>
                      <a:pt x="3803" y="1068"/>
                    </a:lnTo>
                    <a:cubicBezTo>
                      <a:pt x="4070" y="1035"/>
                      <a:pt x="4303" y="835"/>
                      <a:pt x="4337" y="535"/>
                    </a:cubicBezTo>
                    <a:cubicBezTo>
                      <a:pt x="4303" y="234"/>
                      <a:pt x="4070" y="1"/>
                      <a:pt x="3803" y="1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32"/>
              <p:cNvSpPr/>
              <p:nvPr/>
            </p:nvSpPr>
            <p:spPr>
              <a:xfrm>
                <a:off x="2307838" y="2757733"/>
                <a:ext cx="125996" cy="45187"/>
              </a:xfrm>
              <a:custGeom>
                <a:rect b="b" l="l" r="r" t="t"/>
                <a:pathLst>
                  <a:path extrusionOk="0" h="1436" w="4004">
                    <a:moveTo>
                      <a:pt x="566" y="0"/>
                    </a:moveTo>
                    <a:cubicBezTo>
                      <a:pt x="349" y="0"/>
                      <a:pt x="150" y="135"/>
                      <a:pt x="67" y="384"/>
                    </a:cubicBezTo>
                    <a:cubicBezTo>
                      <a:pt x="0" y="651"/>
                      <a:pt x="167" y="951"/>
                      <a:pt x="434" y="1018"/>
                    </a:cubicBezTo>
                    <a:lnTo>
                      <a:pt x="3303" y="1418"/>
                    </a:lnTo>
                    <a:cubicBezTo>
                      <a:pt x="3348" y="1430"/>
                      <a:pt x="3395" y="1435"/>
                      <a:pt x="3442" y="1435"/>
                    </a:cubicBezTo>
                    <a:cubicBezTo>
                      <a:pt x="3666" y="1435"/>
                      <a:pt x="3881" y="1306"/>
                      <a:pt x="3936" y="1085"/>
                    </a:cubicBezTo>
                    <a:cubicBezTo>
                      <a:pt x="4003" y="784"/>
                      <a:pt x="3870" y="518"/>
                      <a:pt x="3570" y="418"/>
                    </a:cubicBezTo>
                    <a:lnTo>
                      <a:pt x="701" y="17"/>
                    </a:lnTo>
                    <a:cubicBezTo>
                      <a:pt x="656" y="6"/>
                      <a:pt x="611" y="0"/>
                      <a:pt x="566" y="0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32"/>
              <p:cNvSpPr/>
              <p:nvPr/>
            </p:nvSpPr>
            <p:spPr>
              <a:xfrm>
                <a:off x="2314131" y="2686427"/>
                <a:ext cx="125996" cy="45093"/>
              </a:xfrm>
              <a:custGeom>
                <a:rect b="b" l="l" r="r" t="t"/>
                <a:pathLst>
                  <a:path extrusionOk="0" h="1433" w="4004">
                    <a:moveTo>
                      <a:pt x="582" y="0"/>
                    </a:moveTo>
                    <a:cubicBezTo>
                      <a:pt x="358" y="0"/>
                      <a:pt x="152" y="155"/>
                      <a:pt x="67" y="382"/>
                    </a:cubicBezTo>
                    <a:cubicBezTo>
                      <a:pt x="0" y="649"/>
                      <a:pt x="167" y="949"/>
                      <a:pt x="434" y="1016"/>
                    </a:cubicBezTo>
                    <a:lnTo>
                      <a:pt x="3303" y="1416"/>
                    </a:lnTo>
                    <a:cubicBezTo>
                      <a:pt x="3348" y="1427"/>
                      <a:pt x="3394" y="1433"/>
                      <a:pt x="3440" y="1433"/>
                    </a:cubicBezTo>
                    <a:cubicBezTo>
                      <a:pt x="3665" y="1433"/>
                      <a:pt x="3881" y="1298"/>
                      <a:pt x="3937" y="1049"/>
                    </a:cubicBezTo>
                    <a:cubicBezTo>
                      <a:pt x="4003" y="782"/>
                      <a:pt x="3870" y="482"/>
                      <a:pt x="3570" y="415"/>
                    </a:cubicBezTo>
                    <a:lnTo>
                      <a:pt x="701" y="15"/>
                    </a:lnTo>
                    <a:cubicBezTo>
                      <a:pt x="661" y="5"/>
                      <a:pt x="621" y="0"/>
                      <a:pt x="582" y="0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32"/>
              <p:cNvSpPr/>
              <p:nvPr/>
            </p:nvSpPr>
            <p:spPr>
              <a:xfrm>
                <a:off x="2622575" y="2785802"/>
                <a:ext cx="125618" cy="54974"/>
              </a:xfrm>
              <a:custGeom>
                <a:rect b="b" l="l" r="r" t="t"/>
                <a:pathLst>
                  <a:path extrusionOk="0" h="1747" w="3992">
                    <a:moveTo>
                      <a:pt x="740" y="0"/>
                    </a:moveTo>
                    <a:cubicBezTo>
                      <a:pt x="194" y="0"/>
                      <a:pt x="0" y="874"/>
                      <a:pt x="639" y="1027"/>
                    </a:cubicBezTo>
                    <a:lnTo>
                      <a:pt x="3108" y="1727"/>
                    </a:lnTo>
                    <a:cubicBezTo>
                      <a:pt x="3160" y="1740"/>
                      <a:pt x="3210" y="1746"/>
                      <a:pt x="3258" y="1746"/>
                    </a:cubicBezTo>
                    <a:cubicBezTo>
                      <a:pt x="3811" y="1746"/>
                      <a:pt x="3992" y="911"/>
                      <a:pt x="3408" y="726"/>
                    </a:cubicBezTo>
                    <a:lnTo>
                      <a:pt x="906" y="26"/>
                    </a:lnTo>
                    <a:cubicBezTo>
                      <a:pt x="848" y="8"/>
                      <a:pt x="792" y="0"/>
                      <a:pt x="740" y="0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32"/>
              <p:cNvSpPr/>
              <p:nvPr/>
            </p:nvSpPr>
            <p:spPr>
              <a:xfrm>
                <a:off x="2641613" y="2716857"/>
                <a:ext cx="116556" cy="47138"/>
              </a:xfrm>
              <a:custGeom>
                <a:rect b="b" l="l" r="r" t="t"/>
                <a:pathLst>
                  <a:path extrusionOk="0" h="1498" w="3704">
                    <a:moveTo>
                      <a:pt x="581" y="1"/>
                    </a:moveTo>
                    <a:cubicBezTo>
                      <a:pt x="350" y="1"/>
                      <a:pt x="124" y="155"/>
                      <a:pt x="68" y="382"/>
                    </a:cubicBezTo>
                    <a:cubicBezTo>
                      <a:pt x="1" y="649"/>
                      <a:pt x="168" y="949"/>
                      <a:pt x="435" y="1016"/>
                    </a:cubicBezTo>
                    <a:lnTo>
                      <a:pt x="3003" y="1483"/>
                    </a:lnTo>
                    <a:cubicBezTo>
                      <a:pt x="3043" y="1493"/>
                      <a:pt x="3083" y="1498"/>
                      <a:pt x="3124" y="1498"/>
                    </a:cubicBezTo>
                    <a:cubicBezTo>
                      <a:pt x="3354" y="1498"/>
                      <a:pt x="3580" y="1343"/>
                      <a:pt x="3637" y="1116"/>
                    </a:cubicBezTo>
                    <a:cubicBezTo>
                      <a:pt x="3704" y="816"/>
                      <a:pt x="3537" y="549"/>
                      <a:pt x="3270" y="449"/>
                    </a:cubicBezTo>
                    <a:lnTo>
                      <a:pt x="701" y="15"/>
                    </a:lnTo>
                    <a:cubicBezTo>
                      <a:pt x="662" y="5"/>
                      <a:pt x="621" y="1"/>
                      <a:pt x="581" y="1"/>
                    </a:cubicBez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32"/>
              <p:cNvSpPr/>
              <p:nvPr/>
            </p:nvSpPr>
            <p:spPr>
              <a:xfrm>
                <a:off x="1673830" y="2069664"/>
                <a:ext cx="281351" cy="217503"/>
              </a:xfrm>
              <a:custGeom>
                <a:rect b="b" l="l" r="r" t="t"/>
                <a:pathLst>
                  <a:path extrusionOk="0" h="6912" w="8941">
                    <a:moveTo>
                      <a:pt x="5705" y="1"/>
                    </a:moveTo>
                    <a:lnTo>
                      <a:pt x="1" y="4671"/>
                    </a:lnTo>
                    <a:cubicBezTo>
                      <a:pt x="1" y="4671"/>
                      <a:pt x="1035" y="6439"/>
                      <a:pt x="2569" y="6872"/>
                    </a:cubicBezTo>
                    <a:cubicBezTo>
                      <a:pt x="2658" y="6899"/>
                      <a:pt x="2758" y="6912"/>
                      <a:pt x="2867" y="6912"/>
                    </a:cubicBezTo>
                    <a:cubicBezTo>
                      <a:pt x="4668" y="6912"/>
                      <a:pt x="8940" y="3470"/>
                      <a:pt x="8940" y="3470"/>
                    </a:cubicBezTo>
                    <a:lnTo>
                      <a:pt x="5705" y="1"/>
                    </a:lnTo>
                    <a:close/>
                  </a:path>
                </a:pathLst>
              </a:custGeom>
              <a:solidFill>
                <a:srgbClr val="F08F5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07" name="Google Shape;1207;p32"/>
            <p:cNvSpPr/>
            <p:nvPr/>
          </p:nvSpPr>
          <p:spPr>
            <a:xfrm>
              <a:off x="6725997" y="1753742"/>
              <a:ext cx="593975" cy="189125"/>
            </a:xfrm>
            <a:custGeom>
              <a:rect b="b" l="l" r="r" t="t"/>
              <a:pathLst>
                <a:path extrusionOk="0" h="7565" w="23759">
                  <a:moveTo>
                    <a:pt x="41" y="7288"/>
                  </a:moveTo>
                  <a:cubicBezTo>
                    <a:pt x="-118" y="6717"/>
                    <a:pt x="200" y="4859"/>
                    <a:pt x="708" y="3859"/>
                  </a:cubicBezTo>
                  <a:cubicBezTo>
                    <a:pt x="1216" y="2859"/>
                    <a:pt x="1740" y="1907"/>
                    <a:pt x="3089" y="1288"/>
                  </a:cubicBezTo>
                  <a:cubicBezTo>
                    <a:pt x="4438" y="669"/>
                    <a:pt x="7217" y="145"/>
                    <a:pt x="8804" y="145"/>
                  </a:cubicBezTo>
                  <a:cubicBezTo>
                    <a:pt x="10392" y="145"/>
                    <a:pt x="11804" y="844"/>
                    <a:pt x="12614" y="1288"/>
                  </a:cubicBezTo>
                  <a:cubicBezTo>
                    <a:pt x="13424" y="1733"/>
                    <a:pt x="13329" y="2876"/>
                    <a:pt x="13662" y="2812"/>
                  </a:cubicBezTo>
                  <a:cubicBezTo>
                    <a:pt x="13996" y="2749"/>
                    <a:pt x="14075" y="1352"/>
                    <a:pt x="14615" y="907"/>
                  </a:cubicBezTo>
                  <a:cubicBezTo>
                    <a:pt x="15155" y="463"/>
                    <a:pt x="15965" y="288"/>
                    <a:pt x="16901" y="145"/>
                  </a:cubicBezTo>
                  <a:cubicBezTo>
                    <a:pt x="17838" y="2"/>
                    <a:pt x="19298" y="-46"/>
                    <a:pt x="20234" y="49"/>
                  </a:cubicBezTo>
                  <a:cubicBezTo>
                    <a:pt x="21171" y="144"/>
                    <a:pt x="21933" y="272"/>
                    <a:pt x="22520" y="716"/>
                  </a:cubicBezTo>
                  <a:cubicBezTo>
                    <a:pt x="23108" y="1161"/>
                    <a:pt x="23759" y="2303"/>
                    <a:pt x="23759" y="2716"/>
                  </a:cubicBezTo>
                  <a:cubicBezTo>
                    <a:pt x="23759" y="3129"/>
                    <a:pt x="23298" y="3114"/>
                    <a:pt x="22520" y="3193"/>
                  </a:cubicBezTo>
                  <a:cubicBezTo>
                    <a:pt x="21742" y="3273"/>
                    <a:pt x="20250" y="2971"/>
                    <a:pt x="19091" y="3193"/>
                  </a:cubicBezTo>
                  <a:cubicBezTo>
                    <a:pt x="17932" y="3415"/>
                    <a:pt x="17012" y="4177"/>
                    <a:pt x="15567" y="4526"/>
                  </a:cubicBezTo>
                  <a:cubicBezTo>
                    <a:pt x="14123" y="4875"/>
                    <a:pt x="12139" y="4923"/>
                    <a:pt x="10424" y="5288"/>
                  </a:cubicBezTo>
                  <a:cubicBezTo>
                    <a:pt x="8710" y="5653"/>
                    <a:pt x="6741" y="6384"/>
                    <a:pt x="5280" y="6717"/>
                  </a:cubicBezTo>
                  <a:cubicBezTo>
                    <a:pt x="3820" y="7050"/>
                    <a:pt x="2534" y="7193"/>
                    <a:pt x="1661" y="7288"/>
                  </a:cubicBezTo>
                  <a:cubicBezTo>
                    <a:pt x="788" y="7383"/>
                    <a:pt x="200" y="7860"/>
                    <a:pt x="41" y="7288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</p:sp>
        <p:sp>
          <p:nvSpPr>
            <p:cNvPr id="1208" name="Google Shape;1208;p32"/>
            <p:cNvSpPr/>
            <p:nvPr/>
          </p:nvSpPr>
          <p:spPr>
            <a:xfrm>
              <a:off x="6358316" y="2523806"/>
              <a:ext cx="248775" cy="1047050"/>
            </a:xfrm>
            <a:custGeom>
              <a:rect b="b" l="l" r="r" t="t"/>
              <a:pathLst>
                <a:path extrusionOk="0" h="41882" w="9951">
                  <a:moveTo>
                    <a:pt x="2175" y="13"/>
                  </a:moveTo>
                  <a:cubicBezTo>
                    <a:pt x="1604" y="362"/>
                    <a:pt x="429" y="8554"/>
                    <a:pt x="175" y="12110"/>
                  </a:cubicBezTo>
                  <a:cubicBezTo>
                    <a:pt x="-79" y="15666"/>
                    <a:pt x="-159" y="17698"/>
                    <a:pt x="651" y="21349"/>
                  </a:cubicBezTo>
                  <a:cubicBezTo>
                    <a:pt x="1461" y="25000"/>
                    <a:pt x="3636" y="30604"/>
                    <a:pt x="5033" y="34017"/>
                  </a:cubicBezTo>
                  <a:cubicBezTo>
                    <a:pt x="6430" y="37430"/>
                    <a:pt x="8271" y="41399"/>
                    <a:pt x="9033" y="41828"/>
                  </a:cubicBezTo>
                  <a:cubicBezTo>
                    <a:pt x="9795" y="42257"/>
                    <a:pt x="10335" y="40113"/>
                    <a:pt x="9605" y="36589"/>
                  </a:cubicBezTo>
                  <a:cubicBezTo>
                    <a:pt x="8875" y="33065"/>
                    <a:pt x="5652" y="25111"/>
                    <a:pt x="4652" y="20682"/>
                  </a:cubicBezTo>
                  <a:cubicBezTo>
                    <a:pt x="3652" y="16253"/>
                    <a:pt x="4017" y="13459"/>
                    <a:pt x="3604" y="10014"/>
                  </a:cubicBezTo>
                  <a:cubicBezTo>
                    <a:pt x="3191" y="6569"/>
                    <a:pt x="2747" y="-336"/>
                    <a:pt x="2175" y="13"/>
                  </a:cubicBezTo>
                  <a:close/>
                </a:path>
              </a:pathLst>
            </a:custGeom>
            <a:solidFill>
              <a:srgbClr val="F6BC9B"/>
            </a:solidFill>
            <a:ln>
              <a:noFill/>
            </a:ln>
          </p:spPr>
        </p:sp>
      </p:grpSp>
      <p:sp>
        <p:nvSpPr>
          <p:cNvPr id="1209" name="Google Shape;1209;p32"/>
          <p:cNvSpPr txBox="1"/>
          <p:nvPr/>
        </p:nvSpPr>
        <p:spPr>
          <a:xfrm>
            <a:off x="1316875" y="3772050"/>
            <a:ext cx="4153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Bungee"/>
                <a:ea typeface="Bungee"/>
                <a:cs typeface="Bungee"/>
                <a:sym typeface="Bungee"/>
              </a:rPr>
              <a:t>Paula Correa</a:t>
            </a:r>
            <a:endParaRPr sz="2500">
              <a:solidFill>
                <a:schemeClr val="dk2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grpSp>
        <p:nvGrpSpPr>
          <p:cNvPr id="1210" name="Google Shape;1210;p32"/>
          <p:cNvGrpSpPr/>
          <p:nvPr/>
        </p:nvGrpSpPr>
        <p:grpSpPr>
          <a:xfrm flipH="1">
            <a:off x="993782" y="3880844"/>
            <a:ext cx="178417" cy="291521"/>
            <a:chOff x="1570963" y="1098735"/>
            <a:chExt cx="246705" cy="403099"/>
          </a:xfrm>
        </p:grpSpPr>
        <p:sp>
          <p:nvSpPr>
            <p:cNvPr id="1211" name="Google Shape;1211;p32"/>
            <p:cNvSpPr/>
            <p:nvPr/>
          </p:nvSpPr>
          <p:spPr>
            <a:xfrm>
              <a:off x="1570963" y="1098735"/>
              <a:ext cx="246705" cy="403099"/>
            </a:xfrm>
            <a:custGeom>
              <a:rect b="b" l="l" r="r" t="t"/>
              <a:pathLst>
                <a:path extrusionOk="0" h="12810" w="7840">
                  <a:moveTo>
                    <a:pt x="3903" y="0"/>
                  </a:moveTo>
                  <a:cubicBezTo>
                    <a:pt x="3903" y="0"/>
                    <a:pt x="1" y="6739"/>
                    <a:pt x="1" y="8907"/>
                  </a:cubicBezTo>
                  <a:cubicBezTo>
                    <a:pt x="1" y="11075"/>
                    <a:pt x="1735" y="12810"/>
                    <a:pt x="3903" y="12810"/>
                  </a:cubicBezTo>
                  <a:cubicBezTo>
                    <a:pt x="6072" y="12810"/>
                    <a:pt x="7840" y="11075"/>
                    <a:pt x="7840" y="8907"/>
                  </a:cubicBezTo>
                  <a:cubicBezTo>
                    <a:pt x="7840" y="6739"/>
                    <a:pt x="3903" y="0"/>
                    <a:pt x="3903" y="0"/>
                  </a:cubicBezTo>
                  <a:close/>
                </a:path>
              </a:pathLst>
            </a:custGeom>
            <a:solidFill>
              <a:srgbClr val="FE51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2"/>
            <p:cNvSpPr/>
            <p:nvPr/>
          </p:nvSpPr>
          <p:spPr>
            <a:xfrm>
              <a:off x="1598245" y="1334961"/>
              <a:ext cx="66176" cy="120772"/>
            </a:xfrm>
            <a:custGeom>
              <a:rect b="b" l="l" r="r" t="t"/>
              <a:pathLst>
                <a:path extrusionOk="0" h="3838" w="2103">
                  <a:moveTo>
                    <a:pt x="792" y="1"/>
                  </a:moveTo>
                  <a:cubicBezTo>
                    <a:pt x="587" y="1"/>
                    <a:pt x="384" y="96"/>
                    <a:pt x="268" y="299"/>
                  </a:cubicBezTo>
                  <a:cubicBezTo>
                    <a:pt x="134" y="633"/>
                    <a:pt x="34" y="966"/>
                    <a:pt x="34" y="1300"/>
                  </a:cubicBezTo>
                  <a:cubicBezTo>
                    <a:pt x="1" y="1600"/>
                    <a:pt x="34" y="1900"/>
                    <a:pt x="101" y="2200"/>
                  </a:cubicBezTo>
                  <a:cubicBezTo>
                    <a:pt x="268" y="2834"/>
                    <a:pt x="635" y="3368"/>
                    <a:pt x="1168" y="3768"/>
                  </a:cubicBezTo>
                  <a:cubicBezTo>
                    <a:pt x="1251" y="3809"/>
                    <a:pt x="1359" y="3838"/>
                    <a:pt x="1461" y="3838"/>
                  </a:cubicBezTo>
                  <a:cubicBezTo>
                    <a:pt x="1524" y="3838"/>
                    <a:pt x="1584" y="3827"/>
                    <a:pt x="1635" y="3802"/>
                  </a:cubicBezTo>
                  <a:cubicBezTo>
                    <a:pt x="1802" y="3768"/>
                    <a:pt x="1936" y="3668"/>
                    <a:pt x="2036" y="3535"/>
                  </a:cubicBezTo>
                  <a:cubicBezTo>
                    <a:pt x="2102" y="3401"/>
                    <a:pt x="2102" y="3235"/>
                    <a:pt x="2069" y="3068"/>
                  </a:cubicBezTo>
                  <a:cubicBezTo>
                    <a:pt x="2002" y="2901"/>
                    <a:pt x="1902" y="2768"/>
                    <a:pt x="1769" y="2701"/>
                  </a:cubicBezTo>
                  <a:lnTo>
                    <a:pt x="1769" y="2701"/>
                  </a:lnTo>
                  <a:cubicBezTo>
                    <a:pt x="1807" y="2720"/>
                    <a:pt x="1846" y="2739"/>
                    <a:pt x="1852" y="2739"/>
                  </a:cubicBezTo>
                  <a:cubicBezTo>
                    <a:pt x="1857" y="2739"/>
                    <a:pt x="1844" y="2729"/>
                    <a:pt x="1802" y="2701"/>
                  </a:cubicBezTo>
                  <a:lnTo>
                    <a:pt x="1769" y="2634"/>
                  </a:lnTo>
                  <a:lnTo>
                    <a:pt x="1635" y="2534"/>
                  </a:lnTo>
                  <a:cubicBezTo>
                    <a:pt x="1613" y="2511"/>
                    <a:pt x="1560" y="2428"/>
                    <a:pt x="1559" y="2428"/>
                  </a:cubicBezTo>
                  <a:lnTo>
                    <a:pt x="1559" y="2428"/>
                  </a:lnTo>
                  <a:cubicBezTo>
                    <a:pt x="1558" y="2428"/>
                    <a:pt x="1570" y="2447"/>
                    <a:pt x="1602" y="2501"/>
                  </a:cubicBezTo>
                  <a:lnTo>
                    <a:pt x="1502" y="2367"/>
                  </a:lnTo>
                  <a:cubicBezTo>
                    <a:pt x="1469" y="2267"/>
                    <a:pt x="1402" y="2200"/>
                    <a:pt x="1369" y="2100"/>
                  </a:cubicBezTo>
                  <a:lnTo>
                    <a:pt x="1369" y="2034"/>
                  </a:lnTo>
                  <a:cubicBezTo>
                    <a:pt x="1335" y="2000"/>
                    <a:pt x="1335" y="1934"/>
                    <a:pt x="1302" y="1867"/>
                  </a:cubicBezTo>
                  <a:cubicBezTo>
                    <a:pt x="1302" y="1800"/>
                    <a:pt x="1302" y="1767"/>
                    <a:pt x="1268" y="1700"/>
                  </a:cubicBezTo>
                  <a:lnTo>
                    <a:pt x="1268" y="1667"/>
                  </a:lnTo>
                  <a:cubicBezTo>
                    <a:pt x="1268" y="1567"/>
                    <a:pt x="1268" y="1467"/>
                    <a:pt x="1268" y="1366"/>
                  </a:cubicBezTo>
                  <a:cubicBezTo>
                    <a:pt x="1268" y="1321"/>
                    <a:pt x="1284" y="1213"/>
                    <a:pt x="1283" y="1213"/>
                  </a:cubicBezTo>
                  <a:lnTo>
                    <a:pt x="1283" y="1213"/>
                  </a:lnTo>
                  <a:cubicBezTo>
                    <a:pt x="1283" y="1213"/>
                    <a:pt x="1279" y="1236"/>
                    <a:pt x="1268" y="1300"/>
                  </a:cubicBezTo>
                  <a:cubicBezTo>
                    <a:pt x="1268" y="1266"/>
                    <a:pt x="1268" y="1200"/>
                    <a:pt x="1302" y="1166"/>
                  </a:cubicBezTo>
                  <a:cubicBezTo>
                    <a:pt x="1335" y="1100"/>
                    <a:pt x="1335" y="1066"/>
                    <a:pt x="1335" y="1000"/>
                  </a:cubicBezTo>
                  <a:cubicBezTo>
                    <a:pt x="1359" y="976"/>
                    <a:pt x="1400" y="867"/>
                    <a:pt x="1385" y="867"/>
                  </a:cubicBezTo>
                  <a:cubicBezTo>
                    <a:pt x="1382" y="867"/>
                    <a:pt x="1375" y="873"/>
                    <a:pt x="1365" y="886"/>
                  </a:cubicBezTo>
                  <a:lnTo>
                    <a:pt x="1365" y="886"/>
                  </a:lnTo>
                  <a:cubicBezTo>
                    <a:pt x="1435" y="762"/>
                    <a:pt x="1431" y="614"/>
                    <a:pt x="1402" y="466"/>
                  </a:cubicBezTo>
                  <a:cubicBezTo>
                    <a:pt x="1326" y="164"/>
                    <a:pt x="1058" y="1"/>
                    <a:pt x="792" y="1"/>
                  </a:cubicBezTo>
                  <a:close/>
                </a:path>
              </a:pathLst>
            </a:custGeom>
            <a:solidFill>
              <a:srgbClr val="FAE9CD">
                <a:alpha val="486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ld Diabetes Day Infographics by Slidesgo">
  <a:themeElements>
    <a:clrScheme name="Simple Light">
      <a:dk1>
        <a:srgbClr val="F6EFE4"/>
      </a:dk1>
      <a:lt1>
        <a:srgbClr val="103C60"/>
      </a:lt1>
      <a:dk2>
        <a:srgbClr val="8CD8E1"/>
      </a:dk2>
      <a:lt2>
        <a:srgbClr val="53A2B9"/>
      </a:lt2>
      <a:accent1>
        <a:srgbClr val="FE5145"/>
      </a:accent1>
      <a:accent2>
        <a:srgbClr val="1C5F5D"/>
      </a:accent2>
      <a:accent3>
        <a:srgbClr val="F6BC9B"/>
      </a:accent3>
      <a:accent4>
        <a:srgbClr val="F08F58"/>
      </a:accent4>
      <a:accent5>
        <a:srgbClr val="FFFFFF"/>
      </a:accent5>
      <a:accent6>
        <a:srgbClr val="FFFFFF"/>
      </a:accent6>
      <a:hlink>
        <a:srgbClr val="F6EF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